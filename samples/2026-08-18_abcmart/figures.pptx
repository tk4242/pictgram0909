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3.xml" ContentType="application/vnd.openxmlformats-officedocument.drawingml.chart+xml"/>
  <Override PartName="/ppt/charts/chart15.xml" ContentType="application/vnd.openxmlformats-officedocument.drawingml.chart+xml"/>
  <Override PartName="/ppt/charts/colors10.xml" ContentType="application/vnd.ms-office.chartcolorstyle+xml"/>
  <Override PartName="/ppt/charts/colors8.xml" ContentType="application/vnd.ms-office.chartcolorstyle+xml"/>
  <Override PartName="/ppt/charts/style10.xml" ContentType="application/vnd.ms-office.chartstyle+xml"/>
  <Override PartName="/ppt/charts/style8.xml" ContentType="application/vnd.ms-office.chart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64.xml" ContentType="application/vnd.openxmlformats-officedocument.presentationml.notesSlide+xml"/>
  <Override PartName="/ppt/notesSlides/notesSlide7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15.xml" ContentType="application/vnd.openxmlformats-officedocument.presentationml.slide+xml"/>
  <Override PartName="/ppt/slides/slide12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919" r:id="rId1"/>
    <p:sldMasterId id="2147483980" r:id="rId2"/>
    <p:sldMasterId id="2147483994" r:id="rId3"/>
    <p:sldMasterId id="2147484009" r:id="rId4"/>
    <p:sldMasterId id="2147484024" r:id="rId5"/>
    <p:sldMasterId id="2147484039" r:id="rId6"/>
    <p:sldMasterId id="2147484053" r:id="rId7"/>
    <p:sldMasterId id="2147484067" r:id="rId8"/>
    <p:sldMasterId id="2147484081" r:id="rId9"/>
    <p:sldMasterId id="2147484095" r:id="rId10"/>
    <p:sldMasterId id="2147484109" r:id="rId11"/>
    <p:sldMasterId id="2147484123" r:id="rId12"/>
    <p:sldMasterId id="2147484138" r:id="rId13"/>
    <p:sldMasterId id="2147484153" r:id="rId14"/>
    <p:sldMasterId id="2147484167" r:id="rId15"/>
  </p:sldMasterIdLst>
  <p:notesMasterIdLst>
    <p:notesMasterId r:id="rId149"/>
  </p:notesMasterIdLst>
  <p:handoutMasterIdLst>
    <p:handoutMasterId r:id="rId150"/>
  </p:handoutMasterIdLst>
  <p:sldIdLst>
    <p:sldId id="1118" r:id="rId136"/>
    <p:sldId id="1111" r:id="rId130"/>
  </p:sldIdLst>
  <p:sldSz cx="9906000" cy="6858000" type="A4"/>
  <p:notesSz cx="6888163" cy="10020300"/>
  <p:custDataLst>
    <p:tags r:id="rId151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29768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859536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289304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719072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148840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6pPr>
    <a:lvl7pPr marL="2578608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7pPr>
    <a:lvl8pPr marL="3008376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8pPr>
    <a:lvl9pPr marL="3438144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2" pos="3120" userDrawn="1">
          <p15:clr>
            <a:srgbClr val="A4A3A4"/>
          </p15:clr>
        </p15:guide>
        <p15:guide id="3" orient="horz" pos="252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851B"/>
    <a:srgbClr val="004CA0"/>
    <a:srgbClr val="1E49E3"/>
    <a:srgbClr val="F6CF13"/>
    <a:srgbClr val="60D9FF"/>
    <a:srgbClr val="2A49E3"/>
    <a:srgbClr val="66CFEA"/>
    <a:srgbClr val="FFB1DB"/>
    <a:srgbClr val="E9628E"/>
    <a:srgbClr val="FF8B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淡色スタイル 2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32" autoAdjust="0"/>
    <p:restoredTop sz="95982" autoAdjust="0"/>
  </p:normalViewPr>
  <p:slideViewPr>
    <p:cSldViewPr showGuides="1">
      <p:cViewPr varScale="1">
        <p:scale>
          <a:sx n="93" d="100"/>
          <a:sy n="93" d="100"/>
        </p:scale>
        <p:origin x="1288" y="504"/>
      </p:cViewPr>
      <p:guideLst>
        <p:guide pos="3120"/>
        <p:guide orient="horz" pos="2523"/>
      </p:guideLst>
    </p:cSldViewPr>
  </p:slideViewPr>
  <p:outlineViewPr>
    <p:cViewPr>
      <p:scale>
        <a:sx n="33" d="100"/>
        <a:sy n="33" d="100"/>
      </p:scale>
      <p:origin x="0" y="-1384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4050" y="7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30" Type="http://schemas.openxmlformats.org/officeDocument/2006/relationships/slide" Target="slides/slide115.xml"/><Relationship Id="rId136" Type="http://schemas.openxmlformats.org/officeDocument/2006/relationships/slide" Target="slides/slide121.xml"/><Relationship Id="rId149" Type="http://schemas.openxmlformats.org/officeDocument/2006/relationships/notesMaster" Target="notesMasters/notesMaster1.xml"/><Relationship Id="rId150" Type="http://schemas.openxmlformats.org/officeDocument/2006/relationships/handoutMaster" Target="handoutMasters/handoutMaster1.xml"/><Relationship Id="rId151" Type="http://schemas.openxmlformats.org/officeDocument/2006/relationships/tags" Target="tags/tag1.xml"/><Relationship Id="rId152" Type="http://schemas.openxmlformats.org/officeDocument/2006/relationships/presProps" Target="presProps.xml"/><Relationship Id="rId153" Type="http://schemas.openxmlformats.org/officeDocument/2006/relationships/viewProps" Target="viewProps.xml"/><Relationship Id="rId154" Type="http://schemas.openxmlformats.org/officeDocument/2006/relationships/theme" Target="theme/theme1.xml"/><Relationship Id="rId155" Type="http://schemas.openxmlformats.org/officeDocument/2006/relationships/tableStyles" Target="tableStyles.xml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______12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______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店舗数</c:v>
                </c:pt>
              </c:strCache>
            </c:strRef>
          </c:tx>
          <c:spPr>
            <a:solidFill>
              <a:srgbClr val="004CA0"/>
            </a:solidFill>
            <a:ln>
              <a:noFill/>
            </a:ln>
            <a:effectLst/>
          </c:spPr>
          <c:invertIfNegative val="0"/>
          <c:dLbls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ユニクロ</c:v>
                </c:pt>
                <c:pt idx="1">
                  <c:v>無印良品</c:v>
                </c:pt>
                <c:pt idx="2">
                  <c:v>ABCマート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32</c:v>
                </c:pt>
                <c:pt idx="1">
                  <c:v>17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BB8-5848-83F7-814FCC5108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1"/>
        <c:overlap val="-27"/>
        <c:axId val="2072058431"/>
        <c:axId val="97533248"/>
      </c:barChart>
      <c:catAx>
        <c:axId val="207205843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97533248"/>
        <c:crosses val="autoZero"/>
        <c:auto val="1"/>
        <c:lblAlgn val="ctr"/>
        <c:lblOffset val="100"/>
        <c:noMultiLvlLbl val="0"/>
      </c:catAx>
      <c:valAx>
        <c:axId val="97533248"/>
        <c:scaling>
          <c:orientation val="minMax"/>
        </c:scaling>
        <c:delete val="0"/>
        <c:axPos val="l"/>
        <c:numFmt formatCode="#,##0_);[Red]\(#,##0\)" sourceLinked="0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072058431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店舗数</c:v>
                </c:pt>
              </c:strCache>
            </c:strRef>
          </c:tx>
          <c:spPr>
            <a:solidFill>
              <a:srgbClr val="004CA0"/>
            </a:solidFill>
            <a:ln>
              <a:noFill/>
            </a:ln>
            <a:effectLst/>
          </c:spPr>
          <c:invertIfNegative val="0"/>
          <c:dLbls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フィリピン</c:v>
                </c:pt>
                <c:pt idx="1">
                  <c:v>米国</c:v>
                </c:pt>
                <c:pt idx="2">
                  <c:v>ベトナム</c:v>
                </c:pt>
                <c:pt idx="3">
                  <c:v>台湾</c:v>
                </c:pt>
                <c:pt idx="4">
                  <c:v>韓国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2</c:v>
                </c:pt>
                <c:pt idx="1">
                  <c:v>7</c:v>
                </c:pt>
                <c:pt idx="2">
                  <c:v>4</c:v>
                </c:pt>
                <c:pt idx="3">
                  <c:v>63</c:v>
                </c:pt>
                <c:pt idx="4">
                  <c:v>317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017-574F-83B7-971BF8C4B8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"/>
        <c:axId val="2072058431"/>
        <c:axId val="97533248"/>
      </c:barChart>
      <c:catAx>
        <c:axId val="2072058431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97533248"/>
        <c:crosses val="autoZero"/>
        <c:auto val="1"/>
        <c:lblAlgn val="ctr"/>
        <c:lblOffset val="100"/>
        <c:noMultiLvlLbl val="0"/>
      </c:catAx>
      <c:valAx>
        <c:axId val="97533248"/>
        <c:scaling>
          <c:orientation val="minMax"/>
        </c:scaling>
        <c:delete val="0"/>
        <c:axPos val="t"/>
        <c:numFmt formatCode="#,##0_);[Red]\(#,##0\)" sourceLinked="0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072058431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3C4373A1-FE00-4733-AF9A-71E0E334C23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F023D47-A391-4A95-884A-590035A579C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9E4F45-61BE-46AC-A79C-86A286B076D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0FEAEB3-AA86-4E8A-BD5A-DC336DBFB4F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91D313C-199E-4A6C-AAA8-CB175A73C0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AF5827-3B4A-4E94-916B-1762E9E5C4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3825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85466" cy="503030"/>
          </a:xfrm>
          <a:prstGeom prst="rect">
            <a:avLst/>
          </a:prstGeom>
        </p:spPr>
        <p:txBody>
          <a:bodyPr vert="horz" lIns="93122" tIns="46561" rIns="93122" bIns="46561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901074" y="0"/>
            <a:ext cx="2985465" cy="503030"/>
          </a:xfrm>
          <a:prstGeom prst="rect">
            <a:avLst/>
          </a:prstGeom>
        </p:spPr>
        <p:txBody>
          <a:bodyPr vert="horz" lIns="93122" tIns="46561" rIns="93122" bIns="46561" rtlCol="0"/>
          <a:lstStyle>
            <a:lvl1pPr algn="r">
              <a:defRPr sz="1200"/>
            </a:lvl1pPr>
          </a:lstStyle>
          <a:p>
            <a:fld id="{AAE2C4BB-DD5D-4EF0-8811-52820987454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473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22" tIns="46561" rIns="93122" bIns="46561" rtlCol="0" anchor="ctr"/>
          <a:lstStyle/>
          <a:p>
            <a:endParaRPr lang="ja-JP" altLang="en-US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8330" y="4822320"/>
            <a:ext cx="5511505" cy="3945240"/>
          </a:xfrm>
          <a:prstGeom prst="rect">
            <a:avLst/>
          </a:prstGeom>
        </p:spPr>
        <p:txBody>
          <a:bodyPr vert="horz" lIns="93122" tIns="46561" rIns="93122" bIns="46561" rtlCol="0"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517270"/>
            <a:ext cx="2985466" cy="503030"/>
          </a:xfrm>
          <a:prstGeom prst="rect">
            <a:avLst/>
          </a:prstGeom>
        </p:spPr>
        <p:txBody>
          <a:bodyPr vert="horz" lIns="93122" tIns="46561" rIns="93122" bIns="46561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901074" y="9517270"/>
            <a:ext cx="2985465" cy="503030"/>
          </a:xfrm>
          <a:prstGeom prst="rect">
            <a:avLst/>
          </a:prstGeom>
        </p:spPr>
        <p:txBody>
          <a:bodyPr vert="horz" lIns="93122" tIns="46561" rIns="93122" bIns="46561" rtlCol="0" anchor="b"/>
          <a:lstStyle>
            <a:lvl1pPr algn="r">
              <a:defRPr sz="1200"/>
            </a:lvl1pPr>
          </a:lstStyle>
          <a:p>
            <a:fld id="{24DE13BB-FCB6-4491-A87D-1E9BA7500F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9852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CB765-C0C7-2774-70EB-72AB219BF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3A3EB9B-5999-A51D-9FB3-5BAA102BFB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74BE8CA-A396-CD39-302B-9A0443D769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0DDE51A-C776-9263-0988-C5DAC60F3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DE13BB-FCB6-4491-A87D-1E9BA7500F8E}" type="slidenum">
              <a:rPr kumimoji="1" lang="ja-JP" altLang="en-US" smtClean="0"/>
              <a:t>115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123960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AC4DB-5825-F599-23AC-0DE8EB982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728FEDD-8D62-3898-0751-C45825124D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CB00A78-18EF-5FE6-6262-A9E140780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AB057F-0EC6-FC34-A560-0934A3C1F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DE13BB-FCB6-4491-A87D-1E9BA7500F8E}" type="slidenum">
              <a:rPr kumimoji="1" lang="ja-JP" altLang="en-US" smtClean="0"/>
              <a:t>121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945807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Relationship Id="rId5" Type="http://schemas.openxmlformats.org/officeDocument/2006/relationships/image" Target="../media/image4.png"/><Relationship Id="rId6" Type="http://schemas.openxmlformats.org/officeDocument/2006/relationships/image" Target="../media/image5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Logo_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オブジェクト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98051489"/>
              </p:ext>
            </p:ext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28" imgH="528" progId="TCLayout.ActiveDocument.1">
                  <p:embed/>
                </p:oleObj>
              </mc:Choice>
              <mc:Fallback>
                <p:oleObj name="think-cell Slide" r:id="rId3" imgW="528" imgH="528" progId="TCLayout.ActiveDocument.1">
                  <p:embed/>
                  <p:pic>
                    <p:nvPicPr>
                      <p:cNvPr id="4" name="オブジェクト 3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417000" y="2564904"/>
            <a:ext cx="4536000" cy="492443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  <a:lvl2pPr marL="495283" indent="0" algn="ctr">
              <a:buNone/>
              <a:defRPr sz="2167"/>
            </a:lvl2pPr>
            <a:lvl3pPr marL="990564" indent="0" algn="ctr">
              <a:buNone/>
              <a:defRPr sz="1950"/>
            </a:lvl3pPr>
            <a:lvl4pPr marL="1485846" indent="0" algn="ctr">
              <a:buNone/>
              <a:defRPr sz="1733"/>
            </a:lvl4pPr>
            <a:lvl5pPr marL="1981127" indent="0" algn="ctr">
              <a:buNone/>
              <a:defRPr sz="1733"/>
            </a:lvl5pPr>
            <a:lvl6pPr marL="2476410" indent="0" algn="ctr">
              <a:buNone/>
              <a:defRPr sz="1733"/>
            </a:lvl6pPr>
            <a:lvl7pPr marL="2971692" indent="0" algn="ctr">
              <a:buNone/>
              <a:defRPr sz="1733"/>
            </a:lvl7pPr>
            <a:lvl8pPr marL="3466973" indent="0" algn="ctr">
              <a:buNone/>
              <a:defRPr sz="1733"/>
            </a:lvl8pPr>
            <a:lvl9pPr marL="3962255" indent="0" algn="ctr">
              <a:buNone/>
              <a:defRPr sz="1733"/>
            </a:lvl9pPr>
          </a:lstStyle>
          <a:p>
            <a:r>
              <a:rPr lang="ja-JP" altLang="en-US" noProof="0" dirty="0"/>
              <a:t>表紙サブタイトル</a:t>
            </a:r>
            <a:endParaRPr lang="en-US" noProof="0" dirty="0"/>
          </a:p>
        </p:txBody>
      </p:sp>
      <p:sp>
        <p:nvSpPr>
          <p:cNvPr id="10" name="テキスト プレースホルダー 9"/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415925" y="1478314"/>
            <a:ext cx="4536000" cy="620000"/>
          </a:xfrm>
          <a:prstGeom prst="rect">
            <a:avLst/>
          </a:prstGeom>
        </p:spPr>
        <p:txBody>
          <a:bodyPr l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2200" b="1"/>
            </a:lvl1pPr>
            <a:lvl2pPr>
              <a:defRPr sz="2200"/>
            </a:lvl2pPr>
            <a:lvl3pPr>
              <a:defRPr sz="2200"/>
            </a:lvl3pPr>
            <a:lvl4pPr>
              <a:defRPr sz="2200"/>
            </a:lvl4pPr>
            <a:lvl5pPr>
              <a:defRPr sz="2200"/>
            </a:lvl5pPr>
          </a:lstStyle>
          <a:p>
            <a:pPr lvl="0"/>
            <a:r>
              <a:rPr kumimoji="1" lang="ja-JP" altLang="en-US" dirty="0"/>
              <a:t>クライアント社名</a:t>
            </a:r>
          </a:p>
        </p:txBody>
      </p:sp>
    </p:spTree>
    <p:extLst>
      <p:ext uri="{BB962C8B-B14F-4D97-AF65-F5344CB8AC3E}">
        <p14:creationId xmlns:p14="http://schemas.microsoft.com/office/powerpoint/2010/main" val="30149723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本文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7592267-AFE0-48A2-BD7B-22929B4C73D1}"/>
              </a:ext>
            </a:extLst>
          </p:cNvPr>
          <p:cNvSpPr/>
          <p:nvPr userDrawn="1"/>
        </p:nvSpPr>
        <p:spPr bwMode="gray">
          <a:xfrm>
            <a:off x="422636" y="1"/>
            <a:ext cx="4098316" cy="302113"/>
          </a:xfrm>
          <a:prstGeom prst="rect">
            <a:avLst/>
          </a:prstGeom>
          <a:solidFill>
            <a:srgbClr val="004CA0"/>
          </a:solidFill>
          <a:ln w="12700" algn="ctr">
            <a:solidFill>
              <a:srgbClr val="004CA0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buFont typeface="Wingdings 2" pitchFamily="18" charset="2"/>
              <a:buNone/>
            </a:pPr>
            <a:endParaRPr kumimoji="1" lang="ja-JP" altLang="en-US" sz="1200" dirty="0"/>
          </a:p>
        </p:txBody>
      </p:sp>
      <p:graphicFrame>
        <p:nvGraphicFramePr>
          <p:cNvPr id="3" name="オブジェクト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12755061"/>
              </p:ext>
            </p:ext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28" imgH="528" progId="TCLayout.ActiveDocument.1">
                  <p:embed/>
                </p:oleObj>
              </mc:Choice>
              <mc:Fallback>
                <p:oleObj name="think-cell Slide" r:id="rId3" imgW="528" imgH="528" progId="TCLayout.ActiveDocument.1">
                  <p:embed/>
                  <p:pic>
                    <p:nvPicPr>
                      <p:cNvPr id="3" name="オブジェクト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テキスト プレースホルダー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16496" y="1052784"/>
            <a:ext cx="4356000" cy="432000"/>
          </a:xfrm>
          <a:prstGeom prst="rect">
            <a:avLst/>
          </a:prstGeom>
        </p:spPr>
        <p:txBody>
          <a:bodyPr wrap="none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b="1">
                <a:solidFill>
                  <a:srgbClr val="004CA0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Header</a:t>
            </a:r>
            <a:r>
              <a:rPr kumimoji="1" lang="ja-JP" altLang="en-US" dirty="0"/>
              <a:t>を入力（スライドタイトル）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03E82513-8600-49E3-AB39-BE0B1952753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15925" y="44624"/>
            <a:ext cx="7705427" cy="240701"/>
          </a:xfrm>
        </p:spPr>
        <p:txBody>
          <a:bodyPr lIns="108000">
            <a:noAutofit/>
          </a:bodyPr>
          <a:lstStyle>
            <a:lvl1pPr>
              <a:defRPr sz="1400" b="1" u="none">
                <a:solidFill>
                  <a:schemeClr val="bg1"/>
                </a:solidFill>
                <a:latin typeface="+mj-ea"/>
                <a:ea typeface="+mj-ea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kumimoji="1" lang="ja-JP" altLang="en-US" dirty="0"/>
              <a:t>スライドタイトル（フォント：</a:t>
            </a:r>
            <a:r>
              <a:rPr kumimoji="1" lang="en-US" altLang="ja-JP" dirty="0"/>
              <a:t>MS P</a:t>
            </a:r>
            <a:r>
              <a:rPr kumimoji="1" lang="ja-JP" altLang="en-US" dirty="0"/>
              <a:t>ゴシック、サイズ</a:t>
            </a:r>
            <a:r>
              <a:rPr kumimoji="1" lang="en-US" altLang="ja-JP" dirty="0"/>
              <a:t>:20</a:t>
            </a:r>
            <a:endParaRPr kumimoji="1" lang="ja-JP" altLang="en-US" dirty="0"/>
          </a:p>
        </p:txBody>
      </p:sp>
      <p:sp>
        <p:nvSpPr>
          <p:cNvPr id="13" name="テキスト プレースホルダー 9">
            <a:extLst>
              <a:ext uri="{FF2B5EF4-FFF2-40B4-BE49-F238E27FC236}">
                <a16:creationId xmlns:a16="http://schemas.microsoft.com/office/drawing/2014/main" id="{9F3A6958-77CB-46B7-9BE1-98CA61BAB2F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5925" y="6308725"/>
            <a:ext cx="9072000" cy="288925"/>
          </a:xfrm>
        </p:spPr>
        <p:txBody>
          <a:bodyPr anchor="ctr">
            <a:normAutofit/>
          </a:bodyPr>
          <a:lstStyle>
            <a:lvl1pPr>
              <a:defRPr sz="1050" b="0" u="none"/>
            </a:lvl1pPr>
            <a:lvl2pPr marL="0" indent="0">
              <a:buNone/>
              <a:defRPr/>
            </a:lvl2pPr>
          </a:lstStyle>
          <a:p>
            <a:pPr lvl="0"/>
            <a:r>
              <a:rPr kumimoji="1" lang="ja-JP" altLang="en-US" dirty="0"/>
              <a:t>出所：</a:t>
            </a:r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 bwMode="gray">
          <a:xfrm>
            <a:off x="422636" y="337486"/>
            <a:ext cx="9082743" cy="666252"/>
          </a:xfrm>
          <a:noFill/>
          <a:ln>
            <a:noFill/>
          </a:ln>
        </p:spPr>
        <p:txBody>
          <a:bodyPr lIns="108000"/>
          <a:lstStyle>
            <a:lvl1pPr>
              <a:defRPr sz="1800" b="1" u="none"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r>
              <a:rPr kumimoji="1" lang="ja-JP" altLang="en-US" dirty="0"/>
              <a:t>キーメッセージは</a:t>
            </a:r>
            <a:r>
              <a:rPr kumimoji="1" lang="en-US" altLang="ja-JP" dirty="0"/>
              <a:t>2</a:t>
            </a:r>
            <a:r>
              <a:rPr kumimoji="1" lang="ja-JP" altLang="en-US" dirty="0"/>
              <a:t>行以内（フォント：</a:t>
            </a:r>
            <a:r>
              <a:rPr kumimoji="1" lang="en-US" altLang="ja-JP" dirty="0"/>
              <a:t>MS P</a:t>
            </a:r>
            <a:r>
              <a:rPr kumimoji="1" lang="ja-JP" altLang="en-US" dirty="0"/>
              <a:t>ゴシック、サイズ：</a:t>
            </a:r>
            <a:r>
              <a:rPr kumimoji="1" lang="en-US" altLang="ja-JP" dirty="0"/>
              <a:t>18</a:t>
            </a:r>
            <a:r>
              <a:rPr kumimoji="1" lang="ja-JP" altLang="en-US" dirty="0"/>
              <a:t>）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7DDB4C1-4417-4C78-93DE-58AB1D267C10}"/>
              </a:ext>
            </a:extLst>
          </p:cNvPr>
          <p:cNvSpPr/>
          <p:nvPr userDrawn="1"/>
        </p:nvSpPr>
        <p:spPr bwMode="gray">
          <a:xfrm>
            <a:off x="5388143" y="6777038"/>
            <a:ext cx="4098316" cy="80962"/>
          </a:xfrm>
          <a:prstGeom prst="rect">
            <a:avLst/>
          </a:prstGeom>
          <a:solidFill>
            <a:srgbClr val="004CA0"/>
          </a:solidFill>
          <a:ln w="12700" algn="ctr">
            <a:solidFill>
              <a:srgbClr val="004CA0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buFont typeface="Wingdings 2" pitchFamily="18" charset="2"/>
              <a:buNone/>
            </a:pP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21105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（基本版） タイトルのみ_Propo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オブジェクト 4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5" name="オブジェクト 4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 bwMode="gray">
          <a:xfrm>
            <a:off x="417000" y="136800"/>
            <a:ext cx="9072000" cy="651600"/>
          </a:xfrm>
        </p:spPr>
        <p:txBody>
          <a:bodyPr/>
          <a:lstStyle/>
          <a:p>
            <a:r>
              <a:rPr kumimoji="1" lang="ja-JP" altLang="en-US"/>
              <a:t>キーメッセージを入力（本スライドで一番伝えたいこと＜名詞止め・体言止め不可＞）</a:t>
            </a:r>
          </a:p>
        </p:txBody>
      </p:sp>
      <p:sp>
        <p:nvSpPr>
          <p:cNvPr id="3" name="フッター プレースホルダ 2"/>
          <p:cNvSpPr>
            <a:spLocks noGrp="1"/>
          </p:cNvSpPr>
          <p:nvPr>
            <p:ph type="ftr" sz="quarter" idx="10"/>
          </p:nvPr>
        </p:nvSpPr>
        <p:spPr bwMode="gray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テキストブロック</a:t>
            </a:r>
            <a:endParaRPr lang="en-GB" altLang="en-GB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9" name="テキスト プレースホルダー 2"/>
          <p:cNvSpPr>
            <a:spLocks noGrp="1"/>
          </p:cNvSpPr>
          <p:nvPr>
            <p:ph type="body" sz="quarter" idx="15" hasCustomPrompt="1"/>
          </p:nvPr>
        </p:nvSpPr>
        <p:spPr>
          <a:xfrm>
            <a:off x="416496" y="1016000"/>
            <a:ext cx="4320000" cy="432000"/>
          </a:xfrm>
        </p:spPr>
        <p:txBody>
          <a:bodyPr wrap="none" anchor="ctr">
            <a:noAutofit/>
          </a:bodyPr>
          <a:lstStyle>
            <a:lvl1pPr>
              <a:defRPr sz="1292" b="1">
                <a:solidFill>
                  <a:schemeClr val="accent2"/>
                </a:solidFill>
              </a:defRPr>
            </a:lvl1pPr>
          </a:lstStyle>
          <a:p>
            <a:pPr lvl="0"/>
            <a:r>
              <a:rPr kumimoji="1" lang="en-US" altLang="ja-JP"/>
              <a:t>Header</a:t>
            </a:r>
            <a:r>
              <a:rPr kumimoji="1" lang="ja-JP" altLang="en-US"/>
              <a:t>を入力（スライドタイトル）</a:t>
            </a:r>
          </a:p>
        </p:txBody>
      </p:sp>
    </p:spTree>
    <p:extLst>
      <p:ext uri="{BB962C8B-B14F-4D97-AF65-F5344CB8AC3E}">
        <p14:creationId xmlns:p14="http://schemas.microsoft.com/office/powerpoint/2010/main" val="2899756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（基本版） コンテンツ全面_レベル_Propo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コンテンツ プレースホルダ 2"/>
          <p:cNvSpPr>
            <a:spLocks noGrp="1"/>
          </p:cNvSpPr>
          <p:nvPr>
            <p:ph idx="1"/>
          </p:nvPr>
        </p:nvSpPr>
        <p:spPr bwMode="gray">
          <a:xfrm>
            <a:off x="417000" y="1476000"/>
            <a:ext cx="9072000" cy="4824000"/>
          </a:xfrm>
          <a:prstGeom prst="rect">
            <a:avLst/>
          </a:prstGeom>
        </p:spPr>
        <p:txBody>
          <a:bodyPr/>
          <a:lstStyle>
            <a:lvl1pPr>
              <a:buFont typeface="Arial" pitchFamily="34" charset="0"/>
              <a:buNone/>
              <a:defRPr sz="1200" baseline="0">
                <a:latin typeface="Arial" pitchFamily="34" charset="0"/>
                <a:ea typeface="+mn-ea"/>
                <a:cs typeface="Arial" pitchFamily="34" charset="0"/>
              </a:defRPr>
            </a:lvl1pPr>
            <a:lvl2pPr marL="172800" indent="-172800">
              <a:lnSpc>
                <a:spcPct val="106000"/>
              </a:lnSpc>
              <a:spcBef>
                <a:spcPts val="1056"/>
              </a:spcBef>
              <a:buFont typeface="Wingdings" pitchFamily="2" charset="2"/>
              <a:buChar char="n"/>
              <a:defRPr sz="1200" baseline="0">
                <a:latin typeface="Arial" pitchFamily="34" charset="0"/>
                <a:ea typeface="+mn-ea"/>
                <a:cs typeface="Arial" pitchFamily="34" charset="0"/>
              </a:defRPr>
            </a:lvl2pPr>
            <a:lvl3pPr marL="345600" indent="-172800">
              <a:lnSpc>
                <a:spcPct val="106000"/>
              </a:lnSpc>
              <a:spcBef>
                <a:spcPts val="480"/>
              </a:spcBef>
              <a:buFont typeface="Wingdings" pitchFamily="2" charset="2"/>
              <a:buChar char="Ø"/>
              <a:defRPr sz="1200" baseline="0">
                <a:latin typeface="Arial" pitchFamily="34" charset="0"/>
                <a:ea typeface="+mn-ea"/>
                <a:cs typeface="Arial" pitchFamily="34" charset="0"/>
              </a:defRPr>
            </a:lvl3pPr>
            <a:lvl4pPr marL="518400" indent="-172800">
              <a:lnSpc>
                <a:spcPct val="106000"/>
              </a:lnSpc>
              <a:spcBef>
                <a:spcPts val="240"/>
              </a:spcBef>
              <a:buFont typeface="Arial" pitchFamily="34" charset="0"/>
              <a:buChar char="•"/>
              <a:defRPr sz="1200" baseline="0">
                <a:latin typeface="Arial" pitchFamily="34" charset="0"/>
                <a:ea typeface="+mn-ea"/>
                <a:cs typeface="Arial" pitchFamily="34" charset="0"/>
              </a:defRPr>
            </a:lvl4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1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9" name="スライド番号プレースホルダ 8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3A0986-838B-4D2A-A95C-8CB1738263FE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" name="フッター プレースホルダ 9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テキストブロック</a:t>
            </a:r>
            <a:endParaRPr lang="en-GB" altLang="en-GB" dirty="0"/>
          </a:p>
        </p:txBody>
      </p:sp>
      <p:sp>
        <p:nvSpPr>
          <p:cNvPr id="8" name="テキスト プレースホルダー 2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17000" y="1016000"/>
            <a:ext cx="4356000" cy="432000"/>
          </a:xfrm>
          <a:prstGeom prst="rect">
            <a:avLst/>
          </a:prstGeom>
        </p:spPr>
        <p:txBody>
          <a:bodyPr wrap="none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en-US" altLang="ja-JP" dirty="0"/>
              <a:t>Header</a:t>
            </a:r>
            <a:r>
              <a:rPr kumimoji="1" lang="ja-JP" altLang="en-US" dirty="0"/>
              <a:t>を入力（スライドタイトル）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 hasCustomPrompt="1"/>
          </p:nvPr>
        </p:nvSpPr>
        <p:spPr bwMode="gray">
          <a:xfrm>
            <a:off x="417000" y="136800"/>
            <a:ext cx="9072000" cy="651600"/>
          </a:xfrm>
        </p:spPr>
        <p:txBody>
          <a:bodyPr/>
          <a:lstStyle/>
          <a:p>
            <a:r>
              <a:rPr lang="ja-JP" altLang="en-US" dirty="0"/>
              <a:t>キーメッセージを入力（本スライドで一番伝えたいこと＜名詞止め・体言止め不可＞）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28594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テキストブロック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015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本文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オブジェクト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12755061"/>
              </p:ext>
            </p:ext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28" imgH="528" progId="TCLayout.ActiveDocument.1">
                  <p:embed/>
                </p:oleObj>
              </mc:Choice>
              <mc:Fallback>
                <p:oleObj name="think-cell Slide" r:id="rId3" imgW="528" imgH="528" progId="TCLayout.ActiveDocument.1">
                  <p:embed/>
                  <p:pic>
                    <p:nvPicPr>
                      <p:cNvPr id="3" name="オブジェクト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テキスト プレースホルダー 9">
            <a:extLst>
              <a:ext uri="{FF2B5EF4-FFF2-40B4-BE49-F238E27FC236}">
                <a16:creationId xmlns:a16="http://schemas.microsoft.com/office/drawing/2014/main" id="{9F3A6958-77CB-46B7-9BE1-98CA61BAB2F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5925" y="6308725"/>
            <a:ext cx="9072000" cy="288925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1000" b="0" u="none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kumimoji="1" lang="ja-JP" altLang="en-US"/>
              <a:t>出所：</a:t>
            </a:r>
            <a:endParaRPr kumimoji="1" lang="ja-JP" altLang="en-US" dirty="0"/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2238417B-61E1-82D6-361F-1773DFF1232D}"/>
              </a:ext>
            </a:extLst>
          </p:cNvPr>
          <p:cNvGrpSpPr/>
          <p:nvPr userDrawn="1"/>
        </p:nvGrpSpPr>
        <p:grpSpPr>
          <a:xfrm>
            <a:off x="7905328" y="6777038"/>
            <a:ext cx="2495600" cy="80962"/>
            <a:chOff x="-432048" y="-1002"/>
            <a:chExt cx="2495600" cy="153402"/>
          </a:xfrm>
          <a:solidFill>
            <a:schemeClr val="accent1"/>
          </a:solidFill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6F766CE3-823D-8239-CE34-414E43303D1C}"/>
                </a:ext>
              </a:extLst>
            </p:cNvPr>
            <p:cNvGrpSpPr/>
            <p:nvPr userDrawn="1"/>
          </p:nvGrpSpPr>
          <p:grpSpPr>
            <a:xfrm>
              <a:off x="1199456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20" name="フローチャート: データ 19">
                <a:extLst>
                  <a:ext uri="{FF2B5EF4-FFF2-40B4-BE49-F238E27FC236}">
                    <a16:creationId xmlns:a16="http://schemas.microsoft.com/office/drawing/2014/main" id="{6A4DBA2E-0B7E-8BD9-BE7D-7A98B63FA6C9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1" name="フローチャート: データ 20">
                <a:extLst>
                  <a:ext uri="{FF2B5EF4-FFF2-40B4-BE49-F238E27FC236}">
                    <a16:creationId xmlns:a16="http://schemas.microsoft.com/office/drawing/2014/main" id="{E4AEC69D-1660-131B-A05C-D5ADA6C20FB8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4D31DD18-8B91-6C5C-18D9-50A3D93A0110}"/>
                </a:ext>
              </a:extLst>
            </p:cNvPr>
            <p:cNvGrpSpPr/>
            <p:nvPr userDrawn="1"/>
          </p:nvGrpSpPr>
          <p:grpSpPr>
            <a:xfrm>
              <a:off x="-432048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18" name="フローチャート: データ 17">
                <a:extLst>
                  <a:ext uri="{FF2B5EF4-FFF2-40B4-BE49-F238E27FC236}">
                    <a16:creationId xmlns:a16="http://schemas.microsoft.com/office/drawing/2014/main" id="{DE6FF509-3D29-B731-E85F-B400A7D5764F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9" name="フローチャート: データ 18">
                <a:extLst>
                  <a:ext uri="{FF2B5EF4-FFF2-40B4-BE49-F238E27FC236}">
                    <a16:creationId xmlns:a16="http://schemas.microsoft.com/office/drawing/2014/main" id="{FE6EF0C5-2979-E048-85CC-F732633FEB16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02E27425-95F1-760C-F61E-25C62A776FD1}"/>
                </a:ext>
              </a:extLst>
            </p:cNvPr>
            <p:cNvGrpSpPr/>
            <p:nvPr userDrawn="1"/>
          </p:nvGrpSpPr>
          <p:grpSpPr>
            <a:xfrm>
              <a:off x="335360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16" name="フローチャート: データ 15">
                <a:extLst>
                  <a:ext uri="{FF2B5EF4-FFF2-40B4-BE49-F238E27FC236}">
                    <a16:creationId xmlns:a16="http://schemas.microsoft.com/office/drawing/2014/main" id="{1635D854-6054-EA91-9347-AD804EF4BC38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7" name="フローチャート: データ 16">
                <a:extLst>
                  <a:ext uri="{FF2B5EF4-FFF2-40B4-BE49-F238E27FC236}">
                    <a16:creationId xmlns:a16="http://schemas.microsoft.com/office/drawing/2014/main" id="{04E60375-7AE5-49FF-2959-0D3904CBAC6B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CB900F51-33A2-2982-732D-50110280190B}"/>
                </a:ext>
              </a:extLst>
            </p:cNvPr>
            <p:cNvGrpSpPr/>
            <p:nvPr userDrawn="1"/>
          </p:nvGrpSpPr>
          <p:grpSpPr>
            <a:xfrm>
              <a:off x="1102768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14" name="フローチャート: データ 13">
                <a:extLst>
                  <a:ext uri="{FF2B5EF4-FFF2-40B4-BE49-F238E27FC236}">
                    <a16:creationId xmlns:a16="http://schemas.microsoft.com/office/drawing/2014/main" id="{6DF4341F-379A-C35C-1D92-1273F010D158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5" name="フローチャート: データ 14">
                <a:extLst>
                  <a:ext uri="{FF2B5EF4-FFF2-40B4-BE49-F238E27FC236}">
                    <a16:creationId xmlns:a16="http://schemas.microsoft.com/office/drawing/2014/main" id="{1ECADBBB-9632-504F-C844-24057207E49D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</p:grpSp>
      <p:pic>
        <p:nvPicPr>
          <p:cNvPr id="23" name="グラフィックス 22">
            <a:extLst>
              <a:ext uri="{FF2B5EF4-FFF2-40B4-BE49-F238E27FC236}">
                <a16:creationId xmlns:a16="http://schemas.microsoft.com/office/drawing/2014/main" id="{54A771E8-67B7-EAE9-91B5-7B3D2184A12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31223" y="17585"/>
            <a:ext cx="1858852" cy="396292"/>
          </a:xfrm>
          <a:prstGeom prst="rect">
            <a:avLst/>
          </a:prstGeom>
        </p:spPr>
      </p:pic>
      <p:sp>
        <p:nvSpPr>
          <p:cNvPr id="31" name="テキスト プレースホルダー 30">
            <a:extLst>
              <a:ext uri="{FF2B5EF4-FFF2-40B4-BE49-F238E27FC236}">
                <a16:creationId xmlns:a16="http://schemas.microsoft.com/office/drawing/2014/main" id="{9BB301A3-7BAC-193A-CA66-36830502B1B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15925" y="124951"/>
            <a:ext cx="4321175" cy="288926"/>
          </a:xfrm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ja-JP" altLang="en-US"/>
              <a:t>スライドタイトル</a:t>
            </a:r>
          </a:p>
        </p:txBody>
      </p:sp>
      <p:sp>
        <p:nvSpPr>
          <p:cNvPr id="33" name="テキスト プレースホルダー 32">
            <a:extLst>
              <a:ext uri="{FF2B5EF4-FFF2-40B4-BE49-F238E27FC236}">
                <a16:creationId xmlns:a16="http://schemas.microsoft.com/office/drawing/2014/main" id="{18FF35C8-463C-8953-4073-EF427919D2D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5925" y="441325"/>
            <a:ext cx="9090840" cy="755427"/>
          </a:xfrm>
        </p:spPr>
        <p:txBody>
          <a:bodyPr/>
          <a:lstStyle>
            <a:lvl1pPr>
              <a:spcBef>
                <a:spcPts val="250"/>
              </a:spcBef>
              <a:defRPr/>
            </a:lvl1pPr>
          </a:lstStyle>
          <a:p>
            <a:pPr lvl="0"/>
            <a:r>
              <a:rPr kumimoji="1" lang="ja-JP" altLang="en-US"/>
              <a:t>キーメッセージの記載</a:t>
            </a:r>
            <a:endParaRPr kumimoji="1" lang="en-US" altLang="ja-JP" dirty="0"/>
          </a:p>
        </p:txBody>
      </p:sp>
      <p:sp>
        <p:nvSpPr>
          <p:cNvPr id="36" name="テキスト プレースホルダー 32">
            <a:extLst>
              <a:ext uri="{FF2B5EF4-FFF2-40B4-BE49-F238E27FC236}">
                <a16:creationId xmlns:a16="http://schemas.microsoft.com/office/drawing/2014/main" id="{47EDB936-EDD4-2F85-5CB0-E243491E15A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15925" y="1226619"/>
            <a:ext cx="9090840" cy="537243"/>
          </a:xfrm>
        </p:spPr>
        <p:txBody>
          <a:bodyPr anchor="t">
            <a:normAutofit/>
          </a:bodyPr>
          <a:lstStyle>
            <a:lvl1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/>
            </a:lvl1pPr>
          </a:lstStyle>
          <a:p>
            <a:pPr lvl="0"/>
            <a:r>
              <a:rPr kumimoji="1" lang="ja-JP" altLang="en-US"/>
              <a:t>キーメッセージの記載</a:t>
            </a:r>
            <a:endParaRPr kumimoji="1" lang="en-US" altLang="ja-JP" dirty="0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0CECF5-1D90-B273-C34D-013383F34F38}"/>
              </a:ext>
            </a:extLst>
          </p:cNvPr>
          <p:cNvSpPr txBox="1"/>
          <p:nvPr userDrawn="1"/>
        </p:nvSpPr>
        <p:spPr>
          <a:xfrm>
            <a:off x="5097016" y="6607867"/>
            <a:ext cx="2754528" cy="195814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vi-VN" altLang="ja-JP" sz="800" dirty="0">
                <a:solidFill>
                  <a:schemeClr val="tx1">
                    <a:lumMod val="50000"/>
                    <a:lumOff val="50000"/>
                  </a:schemeClr>
                </a:solidFill>
                <a:ea typeface="Meiryo UI" panose="020B0604030504040204" pitchFamily="34" charset="-128"/>
              </a:rPr>
              <a:t>Copyright © 2026 by InfoBase Co., Ltd. All rights reserved.</a:t>
            </a:r>
            <a:endParaRPr kumimoji="1" lang="ja-JP" altLang="en-US" sz="800" dirty="0" err="1">
              <a:solidFill>
                <a:schemeClr val="tx1">
                  <a:lumMod val="50000"/>
                  <a:lumOff val="50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D79F45A2-3636-4DA4-2146-A3D58EA579B8}"/>
              </a:ext>
            </a:extLst>
          </p:cNvPr>
          <p:cNvGrpSpPr/>
          <p:nvPr userDrawn="1"/>
        </p:nvGrpSpPr>
        <p:grpSpPr>
          <a:xfrm>
            <a:off x="-831875" y="-11425"/>
            <a:ext cx="2495600" cy="80962"/>
            <a:chOff x="-432048" y="-1002"/>
            <a:chExt cx="2495600" cy="153402"/>
          </a:xfrm>
          <a:solidFill>
            <a:schemeClr val="accent1"/>
          </a:solidFill>
        </p:grpSpPr>
        <p:grpSp>
          <p:nvGrpSpPr>
            <p:cNvPr id="39" name="グループ化 38">
              <a:extLst>
                <a:ext uri="{FF2B5EF4-FFF2-40B4-BE49-F238E27FC236}">
                  <a16:creationId xmlns:a16="http://schemas.microsoft.com/office/drawing/2014/main" id="{9CBAFF9E-A2CB-8D88-99CA-BE7BA6C7DC38}"/>
                </a:ext>
              </a:extLst>
            </p:cNvPr>
            <p:cNvGrpSpPr/>
            <p:nvPr userDrawn="1"/>
          </p:nvGrpSpPr>
          <p:grpSpPr>
            <a:xfrm>
              <a:off x="1199456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49" name="フローチャート: データ 48">
                <a:extLst>
                  <a:ext uri="{FF2B5EF4-FFF2-40B4-BE49-F238E27FC236}">
                    <a16:creationId xmlns:a16="http://schemas.microsoft.com/office/drawing/2014/main" id="{2399B5EA-12BC-9ED4-994A-F7B2A9FE4976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50" name="フローチャート: データ 49">
                <a:extLst>
                  <a:ext uri="{FF2B5EF4-FFF2-40B4-BE49-F238E27FC236}">
                    <a16:creationId xmlns:a16="http://schemas.microsoft.com/office/drawing/2014/main" id="{051AE7AE-D227-B527-900A-95D46511D18B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31E1BBE8-1580-268B-8DB9-5B29DA12634A}"/>
                </a:ext>
              </a:extLst>
            </p:cNvPr>
            <p:cNvGrpSpPr/>
            <p:nvPr userDrawn="1"/>
          </p:nvGrpSpPr>
          <p:grpSpPr>
            <a:xfrm>
              <a:off x="-432048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47" name="フローチャート: データ 46">
                <a:extLst>
                  <a:ext uri="{FF2B5EF4-FFF2-40B4-BE49-F238E27FC236}">
                    <a16:creationId xmlns:a16="http://schemas.microsoft.com/office/drawing/2014/main" id="{7CABCE82-BEEC-FBDB-FA54-1545955DD49E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8" name="フローチャート: データ 47">
                <a:extLst>
                  <a:ext uri="{FF2B5EF4-FFF2-40B4-BE49-F238E27FC236}">
                    <a16:creationId xmlns:a16="http://schemas.microsoft.com/office/drawing/2014/main" id="{B5413558-202B-F63A-AD95-EE6302327271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965F6902-2C58-61EC-3BB2-28596C91B42E}"/>
                </a:ext>
              </a:extLst>
            </p:cNvPr>
            <p:cNvGrpSpPr/>
            <p:nvPr userDrawn="1"/>
          </p:nvGrpSpPr>
          <p:grpSpPr>
            <a:xfrm>
              <a:off x="335360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45" name="フローチャート: データ 44">
                <a:extLst>
                  <a:ext uri="{FF2B5EF4-FFF2-40B4-BE49-F238E27FC236}">
                    <a16:creationId xmlns:a16="http://schemas.microsoft.com/office/drawing/2014/main" id="{1D047B44-C18E-8AEB-5F9D-D5659C63BEF8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6" name="フローチャート: データ 45">
                <a:extLst>
                  <a:ext uri="{FF2B5EF4-FFF2-40B4-BE49-F238E27FC236}">
                    <a16:creationId xmlns:a16="http://schemas.microsoft.com/office/drawing/2014/main" id="{C06B4AF5-75F7-AD50-E3CA-9566ED71D5F1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2" name="グループ化 41">
              <a:extLst>
                <a:ext uri="{FF2B5EF4-FFF2-40B4-BE49-F238E27FC236}">
                  <a16:creationId xmlns:a16="http://schemas.microsoft.com/office/drawing/2014/main" id="{2B75095A-2BCC-B6C2-37DD-2F1F1E48D667}"/>
                </a:ext>
              </a:extLst>
            </p:cNvPr>
            <p:cNvGrpSpPr/>
            <p:nvPr userDrawn="1"/>
          </p:nvGrpSpPr>
          <p:grpSpPr>
            <a:xfrm>
              <a:off x="1102768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43" name="フローチャート: データ 42">
                <a:extLst>
                  <a:ext uri="{FF2B5EF4-FFF2-40B4-BE49-F238E27FC236}">
                    <a16:creationId xmlns:a16="http://schemas.microsoft.com/office/drawing/2014/main" id="{935FA6A9-0E8E-1F06-4074-CBACA0AC3D4C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4" name="フローチャート: データ 43">
                <a:extLst>
                  <a:ext uri="{FF2B5EF4-FFF2-40B4-BE49-F238E27FC236}">
                    <a16:creationId xmlns:a16="http://schemas.microsoft.com/office/drawing/2014/main" id="{3AD0F7D8-D361-32A1-7ABA-09ADFDD103A5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65483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124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706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545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118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0704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7666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3343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5734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7566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610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219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266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5948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2633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5774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7326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15330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6205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281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08059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88783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9095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08834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1179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300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470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509934" y="3043730"/>
            <a:ext cx="4446701" cy="2137870"/>
          </a:xfrm>
        </p:spPr>
        <p:txBody>
          <a:bodyPr lIns="0" tIns="0" rIns="0" bIns="0" anchor="b" anchorCtr="0">
            <a:noAutofit/>
          </a:bodyPr>
          <a:lstStyle>
            <a:lvl1pPr algn="l">
              <a:defRPr lang="en-US" sz="3251" b="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3"/>
          </p:nvPr>
        </p:nvSpPr>
        <p:spPr>
          <a:xfrm>
            <a:off x="499117" y="5357596"/>
            <a:ext cx="4453883" cy="738404"/>
          </a:xfrm>
        </p:spPr>
        <p:txBody>
          <a:bodyPr lIns="0" rIns="0">
            <a:normAutofit/>
          </a:bodyPr>
          <a:lstStyle>
            <a:lvl1pPr marL="0" indent="0">
              <a:buFontTx/>
              <a:buNone/>
              <a:defRPr sz="1463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636710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79047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98488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33775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65600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25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68861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59877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19302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34543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04701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32589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9671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3741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723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14022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20480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08320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6582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94311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70464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361214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94619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68786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47490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15372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55390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19551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02445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2950" y="4399020"/>
            <a:ext cx="84201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06309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33809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94480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45583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97645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102876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59138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12335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45356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416077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75814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732263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67724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28166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86353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0257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88045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038139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21248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086619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839202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25853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18009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590099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812993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353945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546384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00958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789069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28428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80778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021889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141007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843356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183836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1852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235339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31087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58550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16898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327146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01515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513421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830103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096496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582355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875380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621244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3092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691834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329113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444345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153831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01039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629593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069145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866100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784969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296071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434284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971628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5803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827711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445145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692491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520065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571256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427370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835782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508153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230818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872566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239509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698360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453577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492870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r>
              <a:rPr lang="ja-JP" altLang="en-US"/>
              <a:t>アイコンをクリックして図を追加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34888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329933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09694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866495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662140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959717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077821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563926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192626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196718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478149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87824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31363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815409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77116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111750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294171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494286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458557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355300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835966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583049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380777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169294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658933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878728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015557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748890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803117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125634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745976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677487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236079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750390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408172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677493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345542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849384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296142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158609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753861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03153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751851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68735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149974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003110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904582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503999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164388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128822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330198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627618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667064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431653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824482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590710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79659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7118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tags" Target="../tags/tag2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3.xml"/><Relationship Id="rId8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18.xml"/><Relationship Id="rId13" Type="http://schemas.openxmlformats.org/officeDocument/2006/relationships/slideLayout" Target="../slideLayouts/slideLayout19.xml"/><Relationship Id="rId1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Relationship Id="rId9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0.xml"/><Relationship Id="rId12" Type="http://schemas.openxmlformats.org/officeDocument/2006/relationships/slideLayout" Target="../slideLayouts/slideLayout31.xml"/><Relationship Id="rId13" Type="http://schemas.openxmlformats.org/officeDocument/2006/relationships/slideLayout" Target="../slideLayouts/slideLayout32.xml"/><Relationship Id="rId14" Type="http://schemas.openxmlformats.org/officeDocument/2006/relationships/slideLayout" Target="../slideLayouts/slideLayout33.xml"/><Relationship Id="rId1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47.xml"/><Relationship Id="rId15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<Relationship Id="rId14" Type="http://schemas.openxmlformats.org/officeDocument/2006/relationships/slideLayout" Target="../slideLayouts/slideLayout61.xml"/><Relationship Id="rId15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<Relationship Id="rId1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slideLayout" Target="../slideLayouts/slideLayout79.xml"/><Relationship Id="rId6" Type="http://schemas.openxmlformats.org/officeDocument/2006/relationships/slideLayout" Target="../slideLayouts/slideLayout80.xml"/><Relationship Id="rId7" Type="http://schemas.openxmlformats.org/officeDocument/2006/relationships/slideLayout" Target="../slideLayouts/slideLayout81.xml"/><Relationship Id="rId8" Type="http://schemas.openxmlformats.org/officeDocument/2006/relationships/slideLayout" Target="../slideLayouts/slideLayout82.xml"/><Relationship Id="rId9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84.xml"/><Relationship Id="rId11" Type="http://schemas.openxmlformats.org/officeDocument/2006/relationships/slideLayout" Target="../slideLayouts/slideLayout85.xml"/><Relationship Id="rId12" Type="http://schemas.openxmlformats.org/officeDocument/2006/relationships/slideLayout" Target="../slideLayouts/slideLayout86.xml"/><Relationship Id="rId13" Type="http://schemas.openxmlformats.org/officeDocument/2006/relationships/slideLayout" Target="../slideLayouts/slideLayout87.xml"/><Relationship Id="rId14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slideLayout" Target="../slideLayouts/slideLayout89.xml"/><Relationship Id="rId3" Type="http://schemas.openxmlformats.org/officeDocument/2006/relationships/slideLayout" Target="../slideLayouts/slideLayout90.xml"/><Relationship Id="rId4" Type="http://schemas.openxmlformats.org/officeDocument/2006/relationships/slideLayout" Target="../slideLayouts/slideLayout91.xml"/><Relationship Id="rId5" Type="http://schemas.openxmlformats.org/officeDocument/2006/relationships/slideLayout" Target="../slideLayouts/slideLayout92.xml"/><Relationship Id="rId6" Type="http://schemas.openxmlformats.org/officeDocument/2006/relationships/slideLayout" Target="../slideLayouts/slideLayout93.xml"/><Relationship Id="rId7" Type="http://schemas.openxmlformats.org/officeDocument/2006/relationships/slideLayout" Target="../slideLayouts/slideLayout94.xml"/><Relationship Id="rId8" Type="http://schemas.openxmlformats.org/officeDocument/2006/relationships/slideLayout" Target="../slideLayouts/slideLayout95.xml"/><Relationship Id="rId9" Type="http://schemas.openxmlformats.org/officeDocument/2006/relationships/slideLayout" Target="../slideLayouts/slideLayout96.xml"/><Relationship Id="rId10" Type="http://schemas.openxmlformats.org/officeDocument/2006/relationships/slideLayout" Target="../slideLayouts/slideLayout97.xml"/><Relationship Id="rId11" Type="http://schemas.openxmlformats.org/officeDocument/2006/relationships/slideLayout" Target="../slideLayouts/slideLayout98.xml"/><Relationship Id="rId12" Type="http://schemas.openxmlformats.org/officeDocument/2006/relationships/slideLayout" Target="../slideLayouts/slideLayout99.xml"/><Relationship Id="rId13" Type="http://schemas.openxmlformats.org/officeDocument/2006/relationships/slideLayout" Target="../slideLayouts/slideLayout100.xml"/><Relationship Id="rId14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slideLayout" Target="../slideLayouts/slideLayout102.xml"/><Relationship Id="rId3" Type="http://schemas.openxmlformats.org/officeDocument/2006/relationships/slideLayout" Target="../slideLayouts/slideLayout103.xml"/><Relationship Id="rId4" Type="http://schemas.openxmlformats.org/officeDocument/2006/relationships/slideLayout" Target="../slideLayouts/slideLayout104.xml"/><Relationship Id="rId5" Type="http://schemas.openxmlformats.org/officeDocument/2006/relationships/slideLayout" Target="../slideLayouts/slideLayout105.xml"/><Relationship Id="rId6" Type="http://schemas.openxmlformats.org/officeDocument/2006/relationships/slideLayout" Target="../slideLayouts/slideLayout106.xml"/><Relationship Id="rId7" Type="http://schemas.openxmlformats.org/officeDocument/2006/relationships/slideLayout" Target="../slideLayouts/slideLayout107.xml"/><Relationship Id="rId8" Type="http://schemas.openxmlformats.org/officeDocument/2006/relationships/slideLayout" Target="../slideLayouts/slideLayout108.xml"/><Relationship Id="rId9" Type="http://schemas.openxmlformats.org/officeDocument/2006/relationships/slideLayout" Target="../slideLayouts/slideLayout109.xml"/><Relationship Id="rId10" Type="http://schemas.openxmlformats.org/officeDocument/2006/relationships/slideLayout" Target="../slideLayouts/slideLayout110.xml"/><Relationship Id="rId11" Type="http://schemas.openxmlformats.org/officeDocument/2006/relationships/slideLayout" Target="../slideLayouts/slideLayout111.xml"/><Relationship Id="rId12" Type="http://schemas.openxmlformats.org/officeDocument/2006/relationships/slideLayout" Target="../slideLayouts/slideLayout112.xml"/><Relationship Id="rId13" Type="http://schemas.openxmlformats.org/officeDocument/2006/relationships/slideLayout" Target="../slideLayouts/slideLayout113.xml"/><Relationship Id="rId14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slideLayout" Target="../slideLayouts/slideLayout115.xml"/><Relationship Id="rId3" Type="http://schemas.openxmlformats.org/officeDocument/2006/relationships/slideLayout" Target="../slideLayouts/slideLayout116.xml"/><Relationship Id="rId4" Type="http://schemas.openxmlformats.org/officeDocument/2006/relationships/slideLayout" Target="../slideLayouts/slideLayout117.xml"/><Relationship Id="rId5" Type="http://schemas.openxmlformats.org/officeDocument/2006/relationships/slideLayout" Target="../slideLayouts/slideLayout118.xml"/><Relationship Id="rId6" Type="http://schemas.openxmlformats.org/officeDocument/2006/relationships/slideLayout" Target="../slideLayouts/slideLayout119.xml"/><Relationship Id="rId7" Type="http://schemas.openxmlformats.org/officeDocument/2006/relationships/slideLayout" Target="../slideLayouts/slideLayout120.xml"/><Relationship Id="rId8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2.xml"/><Relationship Id="rId10" Type="http://schemas.openxmlformats.org/officeDocument/2006/relationships/slideLayout" Target="../slideLayouts/slideLayout123.xml"/><Relationship Id="rId11" Type="http://schemas.openxmlformats.org/officeDocument/2006/relationships/slideLayout" Target="../slideLayouts/slideLayout124.xml"/><Relationship Id="rId12" Type="http://schemas.openxmlformats.org/officeDocument/2006/relationships/slideLayout" Target="../slideLayouts/slideLayout125.xml"/><Relationship Id="rId13" Type="http://schemas.openxmlformats.org/officeDocument/2006/relationships/slideLayout" Target="../slideLayouts/slideLayout126.xml"/><Relationship Id="rId14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slideLayout" Target="../slideLayouts/slideLayout128.xml"/><Relationship Id="rId3" Type="http://schemas.openxmlformats.org/officeDocument/2006/relationships/slideLayout" Target="../slideLayouts/slideLayout129.xml"/><Relationship Id="rId4" Type="http://schemas.openxmlformats.org/officeDocument/2006/relationships/slideLayout" Target="../slideLayouts/slideLayout130.xml"/><Relationship Id="rId5" Type="http://schemas.openxmlformats.org/officeDocument/2006/relationships/slideLayout" Target="../slideLayouts/slideLayout131.xml"/><Relationship Id="rId6" Type="http://schemas.openxmlformats.org/officeDocument/2006/relationships/slideLayout" Target="../slideLayouts/slideLayout132.xml"/><Relationship Id="rId7" Type="http://schemas.openxmlformats.org/officeDocument/2006/relationships/slideLayout" Target="../slideLayouts/slideLayout133.xml"/><Relationship Id="rId8" Type="http://schemas.openxmlformats.org/officeDocument/2006/relationships/slideLayout" Target="../slideLayouts/slideLayout134.xml"/><Relationship Id="rId9" Type="http://schemas.openxmlformats.org/officeDocument/2006/relationships/slideLayout" Target="../slideLayouts/slideLayout135.xml"/><Relationship Id="rId10" Type="http://schemas.openxmlformats.org/officeDocument/2006/relationships/slideLayout" Target="../slideLayouts/slideLayout136.xml"/><Relationship Id="rId11" Type="http://schemas.openxmlformats.org/officeDocument/2006/relationships/slideLayout" Target="../slideLayouts/slideLayout137.xml"/><Relationship Id="rId12" Type="http://schemas.openxmlformats.org/officeDocument/2006/relationships/slideLayout" Target="../slideLayouts/slideLayout138.xml"/><Relationship Id="rId13" Type="http://schemas.openxmlformats.org/officeDocument/2006/relationships/slideLayout" Target="../slideLayouts/slideLayout139.xml"/><Relationship Id="rId14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0.xml"/><Relationship Id="rId2" Type="http://schemas.openxmlformats.org/officeDocument/2006/relationships/slideLayout" Target="../slideLayouts/slideLayout141.xml"/><Relationship Id="rId3" Type="http://schemas.openxmlformats.org/officeDocument/2006/relationships/slideLayout" Target="../slideLayouts/slideLayout142.xml"/><Relationship Id="rId4" Type="http://schemas.openxmlformats.org/officeDocument/2006/relationships/slideLayout" Target="../slideLayouts/slideLayout143.xml"/><Relationship Id="rId5" Type="http://schemas.openxmlformats.org/officeDocument/2006/relationships/slideLayout" Target="../slideLayouts/slideLayout144.xml"/><Relationship Id="rId6" Type="http://schemas.openxmlformats.org/officeDocument/2006/relationships/slideLayout" Target="../slideLayouts/slideLayout145.xml"/><Relationship Id="rId7" Type="http://schemas.openxmlformats.org/officeDocument/2006/relationships/slideLayout" Target="../slideLayouts/slideLayout146.xml"/><Relationship Id="rId8" Type="http://schemas.openxmlformats.org/officeDocument/2006/relationships/slideLayout" Target="../slideLayouts/slideLayout147.xml"/><Relationship Id="rId9" Type="http://schemas.openxmlformats.org/officeDocument/2006/relationships/slideLayout" Target="../slideLayouts/slideLayout148.xml"/><Relationship Id="rId10" Type="http://schemas.openxmlformats.org/officeDocument/2006/relationships/slideLayout" Target="../slideLayouts/slideLayout149.xml"/><Relationship Id="rId11" Type="http://schemas.openxmlformats.org/officeDocument/2006/relationships/slideLayout" Target="../slideLayouts/slideLayout150.xml"/><Relationship Id="rId12" Type="http://schemas.openxmlformats.org/officeDocument/2006/relationships/slideLayout" Target="../slideLayouts/slideLayout151.xml"/><Relationship Id="rId13" Type="http://schemas.openxmlformats.org/officeDocument/2006/relationships/slideLayout" Target="../slideLayouts/slideLayout152.xml"/><Relationship Id="rId14" Type="http://schemas.openxmlformats.org/officeDocument/2006/relationships/slideLayout" Target="../slideLayouts/slideLayout153.xml"/><Relationship Id="rId15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4.xml"/><Relationship Id="rId2" Type="http://schemas.openxmlformats.org/officeDocument/2006/relationships/slideLayout" Target="../slideLayouts/slideLayout155.xml"/><Relationship Id="rId3" Type="http://schemas.openxmlformats.org/officeDocument/2006/relationships/slideLayout" Target="../slideLayouts/slideLayout156.xml"/><Relationship Id="rId4" Type="http://schemas.openxmlformats.org/officeDocument/2006/relationships/slideLayout" Target="../slideLayouts/slideLayout157.xml"/><Relationship Id="rId5" Type="http://schemas.openxmlformats.org/officeDocument/2006/relationships/slideLayout" Target="../slideLayouts/slideLayout158.xml"/><Relationship Id="rId6" Type="http://schemas.openxmlformats.org/officeDocument/2006/relationships/slideLayout" Target="../slideLayouts/slideLayout159.xml"/><Relationship Id="rId7" Type="http://schemas.openxmlformats.org/officeDocument/2006/relationships/slideLayout" Target="../slideLayouts/slideLayout160.xml"/><Relationship Id="rId8" Type="http://schemas.openxmlformats.org/officeDocument/2006/relationships/slideLayout" Target="../slideLayouts/slideLayout161.xml"/><Relationship Id="rId9" Type="http://schemas.openxmlformats.org/officeDocument/2006/relationships/slideLayout" Target="../slideLayouts/slideLayout162.xml"/><Relationship Id="rId10" Type="http://schemas.openxmlformats.org/officeDocument/2006/relationships/slideLayout" Target="../slideLayouts/slideLayout163.xml"/><Relationship Id="rId11" Type="http://schemas.openxmlformats.org/officeDocument/2006/relationships/slideLayout" Target="../slideLayouts/slideLayout164.xml"/><Relationship Id="rId12" Type="http://schemas.openxmlformats.org/officeDocument/2006/relationships/slideLayout" Target="../slideLayouts/slideLayout165.xml"/><Relationship Id="rId13" Type="http://schemas.openxmlformats.org/officeDocument/2006/relationships/slideLayout" Target="../slideLayouts/slideLayout166.xml"/><Relationship Id="rId14" Type="http://schemas.openxmlformats.org/officeDocument/2006/relationships/slideLayout" Target="../slideLayouts/slideLayout167.xml"/><Relationship Id="rId15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8.xml"/><Relationship Id="rId2" Type="http://schemas.openxmlformats.org/officeDocument/2006/relationships/slideLayout" Target="../slideLayouts/slideLayout169.xml"/><Relationship Id="rId3" Type="http://schemas.openxmlformats.org/officeDocument/2006/relationships/slideLayout" Target="../slideLayouts/slideLayout170.xml"/><Relationship Id="rId4" Type="http://schemas.openxmlformats.org/officeDocument/2006/relationships/slideLayout" Target="../slideLayouts/slideLayout171.xml"/><Relationship Id="rId5" Type="http://schemas.openxmlformats.org/officeDocument/2006/relationships/slideLayout" Target="../slideLayouts/slideLayout172.xml"/><Relationship Id="rId6" Type="http://schemas.openxmlformats.org/officeDocument/2006/relationships/slideLayout" Target="../slideLayouts/slideLayout173.xml"/><Relationship Id="rId7" Type="http://schemas.openxmlformats.org/officeDocument/2006/relationships/slideLayout" Target="../slideLayouts/slideLayout174.xml"/><Relationship Id="rId8" Type="http://schemas.openxmlformats.org/officeDocument/2006/relationships/slideLayout" Target="../slideLayouts/slideLayout175.xml"/><Relationship Id="rId9" Type="http://schemas.openxmlformats.org/officeDocument/2006/relationships/slideLayout" Target="../slideLayouts/slideLayout176.xml"/><Relationship Id="rId10" Type="http://schemas.openxmlformats.org/officeDocument/2006/relationships/slideLayout" Target="../slideLayouts/slideLayout177.xml"/><Relationship Id="rId11" Type="http://schemas.openxmlformats.org/officeDocument/2006/relationships/slideLayout" Target="../slideLayouts/slideLayout178.xml"/><Relationship Id="rId12" Type="http://schemas.openxmlformats.org/officeDocument/2006/relationships/slideLayout" Target="../slideLayouts/slideLayout179.xml"/><Relationship Id="rId13" Type="http://schemas.openxmlformats.org/officeDocument/2006/relationships/slideLayout" Target="../slideLayouts/slideLayout180.xml"/><Relationship Id="rId14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1.xml"/><Relationship Id="rId2" Type="http://schemas.openxmlformats.org/officeDocument/2006/relationships/slideLayout" Target="../slideLayouts/slideLayout182.xml"/><Relationship Id="rId3" Type="http://schemas.openxmlformats.org/officeDocument/2006/relationships/slideLayout" Target="../slideLayouts/slideLayout183.xml"/><Relationship Id="rId4" Type="http://schemas.openxmlformats.org/officeDocument/2006/relationships/slideLayout" Target="../slideLayouts/slideLayout184.xml"/><Relationship Id="rId5" Type="http://schemas.openxmlformats.org/officeDocument/2006/relationships/slideLayout" Target="../slideLayouts/slideLayout185.xml"/><Relationship Id="rId6" Type="http://schemas.openxmlformats.org/officeDocument/2006/relationships/slideLayout" Target="../slideLayouts/slideLayout186.xml"/><Relationship Id="rId7" Type="http://schemas.openxmlformats.org/officeDocument/2006/relationships/slideLayout" Target="../slideLayouts/slideLayout187.xml"/><Relationship Id="rId8" Type="http://schemas.openxmlformats.org/officeDocument/2006/relationships/slideLayout" Target="../slideLayouts/slideLayout188.xml"/><Relationship Id="rId9" Type="http://schemas.openxmlformats.org/officeDocument/2006/relationships/slideLayout" Target="../slideLayouts/slideLayout189.xml"/><Relationship Id="rId10" Type="http://schemas.openxmlformats.org/officeDocument/2006/relationships/slideLayout" Target="../slideLayouts/slideLayout190.xml"/><Relationship Id="rId11" Type="http://schemas.openxmlformats.org/officeDocument/2006/relationships/slideLayout" Target="../slideLayouts/slideLayout191.xml"/><Relationship Id="rId12" Type="http://schemas.openxmlformats.org/officeDocument/2006/relationships/slideLayout" Target="../slideLayouts/slideLayout192.xml"/><Relationship Id="rId13" Type="http://schemas.openxmlformats.org/officeDocument/2006/relationships/slideLayout" Target="../slideLayouts/slideLayout193.xml"/><Relationship Id="rId14" Type="http://schemas.openxmlformats.org/officeDocument/2006/relationships/theme" Target="../theme/theme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オブジェクト 5" hidden="1"/>
          <p:cNvGraphicFramePr>
            <a:graphicFrameLocks noChangeAspect="1"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795893290"/>
              </p:ext>
            </p:ext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217" imgH="215" progId="TCLayout.ActiveDocument.1">
                  <p:embed/>
                </p:oleObj>
              </mc:Choice>
              <mc:Fallback>
                <p:oleObj name="think-cell Slide" r:id="rId9" imgW="217" imgH="215" progId="TCLayout.ActiveDocument.1">
                  <p:embed/>
                  <p:pic>
                    <p:nvPicPr>
                      <p:cNvPr id="6" name="オブジェクト 5" hidden="1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417000" y="152400"/>
            <a:ext cx="9072000" cy="8636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ja-JP" altLang="en-US" noProof="0" dirty="0"/>
              <a:t>キーメッセージを入力（本スライドで一番伝えたいこと＜名詞止め・体言止め不可＞）</a:t>
            </a:r>
            <a:endParaRPr lang="en-US" noProof="0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 bwMode="gray">
          <a:xfrm>
            <a:off x="417601" y="1476000"/>
            <a:ext cx="4356000" cy="4824000"/>
          </a:xfrm>
          <a:prstGeom prst="rect">
            <a:avLst/>
          </a:prstGeom>
        </p:spPr>
        <p:txBody>
          <a:bodyPr vert="horz" lIns="72000" tIns="0" rIns="0" bIns="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1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1" name="Text Box 37"/>
          <p:cNvSpPr txBox="1">
            <a:spLocks noChangeArrowheads="1"/>
          </p:cNvSpPr>
          <p:nvPr userDrawn="1"/>
        </p:nvSpPr>
        <p:spPr bwMode="gray">
          <a:xfrm>
            <a:off x="317638" y="6625383"/>
            <a:ext cx="273599" cy="1318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 anchor="b" anchorCtr="0">
            <a:noAutofit/>
          </a:bodyPr>
          <a:lstStyle/>
          <a:p>
            <a:pPr algn="r" rtl="0" eaLnBrk="0" fontAlgn="base" hangingPunct="0">
              <a:spcBef>
                <a:spcPct val="50000"/>
              </a:spcBef>
              <a:spcAft>
                <a:spcPct val="0"/>
              </a:spcAft>
            </a:pPr>
            <a:fld id="{AA5FCFE5-FE56-4EF1-80A8-07776887C2A1}" type="slidenum">
              <a:rPr kumimoji="1" lang="ja-JP" altLang="en-US" sz="900" smtClean="0"/>
              <a:pPr algn="r" rtl="0" eaLnBrk="0" fontAlgn="base" hangingPunct="0">
                <a:spcBef>
                  <a:spcPct val="50000"/>
                </a:spcBef>
                <a:spcAft>
                  <a:spcPct val="0"/>
                </a:spcAft>
              </a:pPr>
              <a:t>‹#›</a:t>
            </a:fld>
            <a:endParaRPr lang="en-US" altLang="ja-JP" sz="900" kern="1200" dirty="0">
              <a:solidFill>
                <a:schemeClr val="tx2"/>
              </a:solidFill>
              <a:latin typeface="Arial" charset="0"/>
              <a:ea typeface="ＭＳ Ｐゴシック" pitchFamily="50" charset="-128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086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7" r:id="rId1"/>
    <p:sldLayoutId id="2147483976" r:id="rId2"/>
    <p:sldLayoutId id="2147483977" r:id="rId3"/>
    <p:sldLayoutId id="2147483978" r:id="rId4"/>
    <p:sldLayoutId id="2147483979" r:id="rId5"/>
    <p:sldLayoutId id="2147484181" r:id="rId6"/>
  </p:sldLayoutIdLst>
  <p:hf sldNum="0" hdr="0" ftr="0" dt="0"/>
  <p:txStyles>
    <p:titleStyle>
      <a:lvl1pPr algn="l" defTabSz="990564" rtl="0" eaLnBrk="1" latinLnBrk="0" hangingPunct="1">
        <a:spcBef>
          <a:spcPct val="0"/>
        </a:spcBef>
        <a:buNone/>
        <a:defRPr kumimoji="1" sz="1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90564" rtl="0" eaLnBrk="1" latinLnBrk="0" hangingPunct="1">
        <a:lnSpc>
          <a:spcPct val="106000"/>
        </a:lnSpc>
        <a:spcBef>
          <a:spcPts val="1056"/>
        </a:spcBef>
        <a:spcAft>
          <a:spcPts val="0"/>
        </a:spcAft>
        <a:buSzPct val="100000"/>
        <a:buFont typeface="Arial" panose="020B0604020202020204" pitchFamily="34" charset="0"/>
        <a:buNone/>
        <a:defRPr kumimoji="1" sz="1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" indent="-171450" algn="l" defTabSz="990564" rtl="0" eaLnBrk="1" latinLnBrk="0" hangingPunct="1">
        <a:lnSpc>
          <a:spcPct val="106000"/>
        </a:lnSpc>
        <a:spcBef>
          <a:spcPts val="1056"/>
        </a:spcBef>
        <a:spcAft>
          <a:spcPts val="0"/>
        </a:spcAft>
        <a:buClrTx/>
        <a:buSzPct val="100000"/>
        <a:buFont typeface="Wingdings" panose="05000000000000000000" pitchFamily="2" charset="2"/>
        <a:buChar char="q"/>
        <a:defRPr kumimoji="1" lang="en-US" sz="1200" b="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345600" indent="-172800" algn="l" defTabSz="990564" rtl="0" eaLnBrk="1" latinLnBrk="0" hangingPunct="1">
        <a:lnSpc>
          <a:spcPct val="106000"/>
        </a:lnSpc>
        <a:spcBef>
          <a:spcPts val="480"/>
        </a:spcBef>
        <a:spcAft>
          <a:spcPts val="0"/>
        </a:spcAft>
        <a:buClrTx/>
        <a:buSzPct val="100000"/>
        <a:buFont typeface="Wingdings" panose="05000000000000000000" pitchFamily="2" charset="2"/>
        <a:buChar char="Ø"/>
        <a:defRPr kumimoji="1" lang="en-US" sz="1200" b="0" kern="120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518400" indent="-172800" algn="l" defTabSz="990564" rtl="0" eaLnBrk="1" latinLnBrk="0" hangingPunct="1">
        <a:lnSpc>
          <a:spcPct val="106000"/>
        </a:lnSpc>
        <a:spcBef>
          <a:spcPts val="24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defRPr kumimoji="1" lang="en-US" sz="1200" b="0" kern="1200" baseline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577179" indent="-191093" algn="l" defTabSz="865024" rtl="0" eaLnBrk="1" latinLnBrk="0" hangingPunct="1">
        <a:spcBef>
          <a:spcPts val="0"/>
        </a:spcBef>
        <a:spcAft>
          <a:spcPts val="1083"/>
        </a:spcAft>
        <a:buClrTx/>
        <a:buSzPct val="100000"/>
        <a:buFont typeface="Verdana" panose="020B0604030504040204" pitchFamily="34" charset="0"/>
        <a:buChar char="−"/>
        <a:tabLst/>
        <a:defRPr kumimoji="1" lang="en-US" sz="1192" kern="1200" baseline="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3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64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46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27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10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2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73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55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120" userDrawn="1">
          <p15:clr>
            <a:srgbClr val="A4A3A4"/>
          </p15:clr>
        </p15:guide>
        <p15:guide id="2" orient="horz" pos="96" userDrawn="1">
          <p15:clr>
            <a:srgbClr val="A4A3A4"/>
          </p15:clr>
        </p15:guide>
        <p15:guide id="3" pos="3007" userDrawn="1">
          <p15:clr>
            <a:srgbClr val="A4A3A4"/>
          </p15:clr>
        </p15:guide>
        <p15:guide id="4" pos="3233" userDrawn="1">
          <p15:clr>
            <a:srgbClr val="A4A3A4"/>
          </p15:clr>
        </p15:guide>
        <p15:guide id="5" pos="5978" userDrawn="1">
          <p15:clr>
            <a:srgbClr val="A4A3A4"/>
          </p15:clr>
        </p15:guide>
        <p15:guide id="6" pos="262" userDrawn="1">
          <p15:clr>
            <a:srgbClr val="A4A3A4"/>
          </p15:clr>
        </p15:guide>
        <p15:guide id="7" orient="horz" pos="504" userDrawn="1">
          <p15:clr>
            <a:srgbClr val="A4A3A4"/>
          </p15:clr>
        </p15:guide>
        <p15:guide id="8" orient="horz" pos="640" userDrawn="1">
          <p15:clr>
            <a:srgbClr val="A4A3A4"/>
          </p15:clr>
        </p15:guide>
        <p15:guide id="9" orient="horz" pos="935" userDrawn="1">
          <p15:clr>
            <a:srgbClr val="A4A3A4"/>
          </p15:clr>
        </p15:guide>
        <p15:guide id="10" orient="horz" pos="3974" userDrawn="1">
          <p15:clr>
            <a:srgbClr val="A4A3A4"/>
          </p15:clr>
        </p15:guide>
        <p15:guide id="11" orient="horz" pos="4156" userDrawn="1">
          <p15:clr>
            <a:srgbClr val="A4A3A4"/>
          </p15:clr>
        </p15:guide>
        <p15:guide id="12" orient="horz" pos="4269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763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1" r:id="rId1"/>
    <p:sldLayoutId id="2147483982" r:id="rId2"/>
    <p:sldLayoutId id="2147483983" r:id="rId3"/>
    <p:sldLayoutId id="2147483984" r:id="rId4"/>
    <p:sldLayoutId id="2147483985" r:id="rId5"/>
    <p:sldLayoutId id="2147483986" r:id="rId6"/>
    <p:sldLayoutId id="2147483987" r:id="rId7"/>
    <p:sldLayoutId id="2147483988" r:id="rId8"/>
    <p:sldLayoutId id="2147483989" r:id="rId9"/>
    <p:sldLayoutId id="2147483990" r:id="rId10"/>
    <p:sldLayoutId id="2147483991" r:id="rId11"/>
    <p:sldLayoutId id="2147483992" r:id="rId12"/>
    <p:sldLayoutId id="2147483993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318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5" r:id="rId1"/>
    <p:sldLayoutId id="2147483996" r:id="rId2"/>
    <p:sldLayoutId id="2147483997" r:id="rId3"/>
    <p:sldLayoutId id="2147483998" r:id="rId4"/>
    <p:sldLayoutId id="2147483999" r:id="rId5"/>
    <p:sldLayoutId id="2147484000" r:id="rId6"/>
    <p:sldLayoutId id="2147484001" r:id="rId7"/>
    <p:sldLayoutId id="2147484002" r:id="rId8"/>
    <p:sldLayoutId id="2147484003" r:id="rId9"/>
    <p:sldLayoutId id="2147484004" r:id="rId10"/>
    <p:sldLayoutId id="2147484005" r:id="rId11"/>
    <p:sldLayoutId id="2147484006" r:id="rId12"/>
    <p:sldLayoutId id="2147484007" r:id="rId13"/>
    <p:sldLayoutId id="2147484008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946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10" r:id="rId1"/>
    <p:sldLayoutId id="2147484011" r:id="rId2"/>
    <p:sldLayoutId id="2147484012" r:id="rId3"/>
    <p:sldLayoutId id="2147484013" r:id="rId4"/>
    <p:sldLayoutId id="2147484014" r:id="rId5"/>
    <p:sldLayoutId id="2147484015" r:id="rId6"/>
    <p:sldLayoutId id="2147484016" r:id="rId7"/>
    <p:sldLayoutId id="2147484017" r:id="rId8"/>
    <p:sldLayoutId id="2147484018" r:id="rId9"/>
    <p:sldLayoutId id="2147484019" r:id="rId10"/>
    <p:sldLayoutId id="2147484020" r:id="rId11"/>
    <p:sldLayoutId id="2147484021" r:id="rId12"/>
    <p:sldLayoutId id="2147484022" r:id="rId13"/>
    <p:sldLayoutId id="2147484023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42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25" r:id="rId1"/>
    <p:sldLayoutId id="2147484026" r:id="rId2"/>
    <p:sldLayoutId id="2147484027" r:id="rId3"/>
    <p:sldLayoutId id="2147484028" r:id="rId4"/>
    <p:sldLayoutId id="2147484029" r:id="rId5"/>
    <p:sldLayoutId id="2147484030" r:id="rId6"/>
    <p:sldLayoutId id="2147484031" r:id="rId7"/>
    <p:sldLayoutId id="2147484032" r:id="rId8"/>
    <p:sldLayoutId id="2147484033" r:id="rId9"/>
    <p:sldLayoutId id="2147484034" r:id="rId10"/>
    <p:sldLayoutId id="2147484035" r:id="rId11"/>
    <p:sldLayoutId id="2147484036" r:id="rId12"/>
    <p:sldLayoutId id="2147484037" r:id="rId13"/>
    <p:sldLayoutId id="2147484038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962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0" r:id="rId1"/>
    <p:sldLayoutId id="2147484041" r:id="rId2"/>
    <p:sldLayoutId id="2147484042" r:id="rId3"/>
    <p:sldLayoutId id="2147484043" r:id="rId4"/>
    <p:sldLayoutId id="2147484044" r:id="rId5"/>
    <p:sldLayoutId id="2147484045" r:id="rId6"/>
    <p:sldLayoutId id="2147484046" r:id="rId7"/>
    <p:sldLayoutId id="2147484047" r:id="rId8"/>
    <p:sldLayoutId id="2147484048" r:id="rId9"/>
    <p:sldLayoutId id="2147484049" r:id="rId10"/>
    <p:sldLayoutId id="2147484050" r:id="rId11"/>
    <p:sldLayoutId id="2147484051" r:id="rId12"/>
    <p:sldLayoutId id="2147484052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053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4" r:id="rId1"/>
    <p:sldLayoutId id="2147484055" r:id="rId2"/>
    <p:sldLayoutId id="2147484056" r:id="rId3"/>
    <p:sldLayoutId id="2147484057" r:id="rId4"/>
    <p:sldLayoutId id="2147484058" r:id="rId5"/>
    <p:sldLayoutId id="2147484059" r:id="rId6"/>
    <p:sldLayoutId id="2147484060" r:id="rId7"/>
    <p:sldLayoutId id="2147484061" r:id="rId8"/>
    <p:sldLayoutId id="2147484062" r:id="rId9"/>
    <p:sldLayoutId id="2147484063" r:id="rId10"/>
    <p:sldLayoutId id="2147484064" r:id="rId11"/>
    <p:sldLayoutId id="2147484065" r:id="rId12"/>
    <p:sldLayoutId id="2147484066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529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68" r:id="rId1"/>
    <p:sldLayoutId id="2147484069" r:id="rId2"/>
    <p:sldLayoutId id="2147484070" r:id="rId3"/>
    <p:sldLayoutId id="2147484071" r:id="rId4"/>
    <p:sldLayoutId id="2147484072" r:id="rId5"/>
    <p:sldLayoutId id="2147484073" r:id="rId6"/>
    <p:sldLayoutId id="2147484074" r:id="rId7"/>
    <p:sldLayoutId id="2147484075" r:id="rId8"/>
    <p:sldLayoutId id="2147484076" r:id="rId9"/>
    <p:sldLayoutId id="2147484077" r:id="rId10"/>
    <p:sldLayoutId id="2147484078" r:id="rId11"/>
    <p:sldLayoutId id="2147484079" r:id="rId12"/>
    <p:sldLayoutId id="2147484080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156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2" r:id="rId1"/>
    <p:sldLayoutId id="2147484083" r:id="rId2"/>
    <p:sldLayoutId id="2147484084" r:id="rId3"/>
    <p:sldLayoutId id="2147484085" r:id="rId4"/>
    <p:sldLayoutId id="2147484086" r:id="rId5"/>
    <p:sldLayoutId id="2147484087" r:id="rId6"/>
    <p:sldLayoutId id="2147484088" r:id="rId7"/>
    <p:sldLayoutId id="2147484089" r:id="rId8"/>
    <p:sldLayoutId id="2147484090" r:id="rId9"/>
    <p:sldLayoutId id="2147484091" r:id="rId10"/>
    <p:sldLayoutId id="2147484092" r:id="rId11"/>
    <p:sldLayoutId id="2147484093" r:id="rId12"/>
    <p:sldLayoutId id="2147484094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36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96" r:id="rId1"/>
    <p:sldLayoutId id="2147484097" r:id="rId2"/>
    <p:sldLayoutId id="2147484098" r:id="rId3"/>
    <p:sldLayoutId id="2147484099" r:id="rId4"/>
    <p:sldLayoutId id="2147484100" r:id="rId5"/>
    <p:sldLayoutId id="2147484101" r:id="rId6"/>
    <p:sldLayoutId id="2147484102" r:id="rId7"/>
    <p:sldLayoutId id="2147484103" r:id="rId8"/>
    <p:sldLayoutId id="2147484104" r:id="rId9"/>
    <p:sldLayoutId id="2147484105" r:id="rId10"/>
    <p:sldLayoutId id="2147484106" r:id="rId11"/>
    <p:sldLayoutId id="2147484107" r:id="rId12"/>
    <p:sldLayoutId id="2147484108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99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10" r:id="rId1"/>
    <p:sldLayoutId id="2147484111" r:id="rId2"/>
    <p:sldLayoutId id="2147484112" r:id="rId3"/>
    <p:sldLayoutId id="2147484113" r:id="rId4"/>
    <p:sldLayoutId id="2147484114" r:id="rId5"/>
    <p:sldLayoutId id="2147484115" r:id="rId6"/>
    <p:sldLayoutId id="2147484116" r:id="rId7"/>
    <p:sldLayoutId id="2147484117" r:id="rId8"/>
    <p:sldLayoutId id="2147484118" r:id="rId9"/>
    <p:sldLayoutId id="2147484119" r:id="rId10"/>
    <p:sldLayoutId id="2147484120" r:id="rId11"/>
    <p:sldLayoutId id="2147484121" r:id="rId12"/>
    <p:sldLayoutId id="2147484122" r:id="rId13"/>
  </p:sldLayoutIdLst>
  <p:txStyles>
    <p:titleStyle>
      <a:lvl1pPr algn="l" defTabSz="990671" rtl="0" eaLnBrk="1" latinLnBrk="0" hangingPunct="1">
        <a:spcBef>
          <a:spcPct val="0"/>
        </a:spcBef>
        <a:buNone/>
        <a:defRPr kumimoji="1"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kumimoji="1"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kumimoji="1"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kumimoji="1"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0957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24" r:id="rId1"/>
    <p:sldLayoutId id="2147484125" r:id="rId2"/>
    <p:sldLayoutId id="2147484126" r:id="rId3"/>
    <p:sldLayoutId id="2147484127" r:id="rId4"/>
    <p:sldLayoutId id="2147484128" r:id="rId5"/>
    <p:sldLayoutId id="2147484129" r:id="rId6"/>
    <p:sldLayoutId id="2147484130" r:id="rId7"/>
    <p:sldLayoutId id="2147484131" r:id="rId8"/>
    <p:sldLayoutId id="2147484132" r:id="rId9"/>
    <p:sldLayoutId id="2147484133" r:id="rId10"/>
    <p:sldLayoutId id="2147484134" r:id="rId11"/>
    <p:sldLayoutId id="2147484135" r:id="rId12"/>
    <p:sldLayoutId id="2147484136" r:id="rId13"/>
    <p:sldLayoutId id="2147484137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822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39" r:id="rId1"/>
    <p:sldLayoutId id="2147484140" r:id="rId2"/>
    <p:sldLayoutId id="2147484141" r:id="rId3"/>
    <p:sldLayoutId id="2147484142" r:id="rId4"/>
    <p:sldLayoutId id="2147484143" r:id="rId5"/>
    <p:sldLayoutId id="2147484144" r:id="rId6"/>
    <p:sldLayoutId id="2147484145" r:id="rId7"/>
    <p:sldLayoutId id="2147484146" r:id="rId8"/>
    <p:sldLayoutId id="2147484147" r:id="rId9"/>
    <p:sldLayoutId id="2147484148" r:id="rId10"/>
    <p:sldLayoutId id="2147484149" r:id="rId11"/>
    <p:sldLayoutId id="2147484150" r:id="rId12"/>
    <p:sldLayoutId id="2147484151" r:id="rId13"/>
    <p:sldLayoutId id="2147484152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332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4" r:id="rId1"/>
    <p:sldLayoutId id="2147484155" r:id="rId2"/>
    <p:sldLayoutId id="2147484156" r:id="rId3"/>
    <p:sldLayoutId id="2147484157" r:id="rId4"/>
    <p:sldLayoutId id="2147484158" r:id="rId5"/>
    <p:sldLayoutId id="2147484159" r:id="rId6"/>
    <p:sldLayoutId id="2147484160" r:id="rId7"/>
    <p:sldLayoutId id="2147484161" r:id="rId8"/>
    <p:sldLayoutId id="2147484162" r:id="rId9"/>
    <p:sldLayoutId id="2147484163" r:id="rId10"/>
    <p:sldLayoutId id="2147484164" r:id="rId11"/>
    <p:sldLayoutId id="2147484165" r:id="rId12"/>
    <p:sldLayoutId id="2147484166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604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68" r:id="rId1"/>
    <p:sldLayoutId id="2147484169" r:id="rId2"/>
    <p:sldLayoutId id="2147484170" r:id="rId3"/>
    <p:sldLayoutId id="2147484171" r:id="rId4"/>
    <p:sldLayoutId id="2147484172" r:id="rId5"/>
    <p:sldLayoutId id="2147484173" r:id="rId6"/>
    <p:sldLayoutId id="2147484174" r:id="rId7"/>
    <p:sldLayoutId id="2147484175" r:id="rId8"/>
    <p:sldLayoutId id="2147484176" r:id="rId9"/>
    <p:sldLayoutId id="2147484177" r:id="rId10"/>
    <p:sldLayoutId id="2147484178" r:id="rId11"/>
    <p:sldLayoutId id="2147484179" r:id="rId12"/>
    <p:sldLayoutId id="2147484180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Relationship Id="rId3" Type="http://schemas.openxmlformats.org/officeDocument/2006/relationships/chart" Target="../charts/chart13.xml"/><Relationship Id="rId4" Type="http://schemas.openxmlformats.org/officeDocument/2006/relationships/image" Target="../media/image6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6.jpg"/><Relationship Id="rId4" Type="http://schemas.openxmlformats.org/officeDocument/2006/relationships/chart" Target="../charts/chart15.xml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image" Target="../media/image78.png"/><Relationship Id="rId8" Type="http://schemas.openxmlformats.org/officeDocument/2006/relationships/image" Target="../media/image79.png"/><Relationship Id="rId9" Type="http://schemas.openxmlformats.org/officeDocument/2006/relationships/image" Target="../media/image80.png"/></Relationships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B8D45-879B-DF2C-9EAB-75F4F8EEB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B95F76E-86F7-8180-7525-A8AE6C5DD2C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15925" y="1023561"/>
            <a:ext cx="9072000" cy="480575"/>
          </a:xfrm>
          <a:noFill/>
          <a:ln>
            <a:noFill/>
          </a:ln>
        </p:spPr>
        <p:txBody>
          <a:bodyPr/>
          <a:lstStyle/>
          <a:p>
            <a:pPr algn="ctr"/>
            <a:r>
              <a:rPr kumimoji="1" lang="ja-JP" altLang="en-US" sz="2400">
                <a:solidFill>
                  <a:schemeClr val="tx1"/>
                </a:solidFill>
              </a:rPr>
              <a:t>ユニクロ32店・無印良品17店に対し、ABCマートは5店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20BD1C-3553-0953-388E-694F0B5AF5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6EE3AE5-DDE2-E317-6C48-C770346A916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rmAutofit/>
          </a:bodyPr>
          <a:lstStyle/>
          <a:p>
            <a:r>
              <a:rPr kumimoji="1" lang="ja-JP" altLang="en-US" sz="1400"/>
              <a:t>出所：各社公表資料をもとにInfoBank作成。ユニクロは2026年7月時点、ABCマートは新店を含む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C499A37-C1B2-7670-2818-040BB452D6CD}"/>
              </a:ext>
            </a:extLst>
          </p:cNvPr>
          <p:cNvSpPr txBox="1"/>
          <p:nvPr/>
        </p:nvSpPr>
        <p:spPr>
          <a:xfrm>
            <a:off x="1928664" y="2194469"/>
            <a:ext cx="712302" cy="349702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kumimoji="1" lang="ja-JP" altLang="en-US" sz="1800" b="1"/>
              <a:t/>
            </a:r>
            <a:endParaRPr kumimoji="1" lang="vi-VN" altLang="ja-JP" sz="1800" b="1" dirty="0"/>
          </a:p>
        </p:txBody>
      </p:sp>
      <p:graphicFrame>
        <p:nvGraphicFramePr>
          <p:cNvPr id="10" name="グラフ 9">
            <a:extLst>
              <a:ext uri="{FF2B5EF4-FFF2-40B4-BE49-F238E27FC236}">
                <a16:creationId xmlns:a16="http://schemas.microsoft.com/office/drawing/2014/main" id="{201FC3A8-7D85-05F8-AF59-7885275026A6}"/>
              </a:ext>
            </a:extLst>
          </p:cNvPr>
          <p:cNvGraphicFramePr/>
          <p:nvPr/>
        </p:nvGraphicFramePr>
        <p:xfrm>
          <a:off x="422635" y="1988840"/>
          <a:ext cx="9065289" cy="38455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092F852-3494-7B7E-6921-3A6629AA16E9}"/>
              </a:ext>
            </a:extLst>
          </p:cNvPr>
          <p:cNvSpPr txBox="1"/>
          <p:nvPr/>
        </p:nvSpPr>
        <p:spPr>
          <a:xfrm>
            <a:off x="2880182" y="5908478"/>
            <a:ext cx="3786861" cy="318924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kumimoji="1" lang="en-US" altLang="ja-JP" sz="1600" dirty="0"/>
              <a:t>※無印良品は2025年11月時点</a:t>
            </a:r>
            <a:endParaRPr kumimoji="1" lang="ja-JP" altLang="en-US" sz="1600" dirty="0" err="1"/>
          </a:p>
        </p:txBody>
      </p:sp>
      <p:pic>
        <p:nvPicPr>
          <p:cNvPr id="15" name="図 14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F3D1C8CB-1277-841B-13D8-29A30C1735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5317" y="5834439"/>
            <a:ext cx="1774007" cy="38048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A8175C0-4753-B874-D9A5-8A2258CB7D33}"/>
              </a:ext>
            </a:extLst>
          </p:cNvPr>
          <p:cNvSpPr txBox="1"/>
          <p:nvPr/>
        </p:nvSpPr>
        <p:spPr>
          <a:xfrm>
            <a:off x="422635" y="1567699"/>
            <a:ext cx="9046689" cy="38048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spAutoFit/>
          </a:bodyPr>
          <a:lstStyle/>
          <a:p>
            <a:pPr algn="ctr">
              <a:spcBef>
                <a:spcPts val="600"/>
              </a:spcBef>
              <a:buSzPct val="100000"/>
            </a:pPr>
            <a:r>
              <a:rPr kumimoji="1" lang="ja-JP" altLang="en-US" sz="2000" b="1">
                <a:solidFill>
                  <a:srgbClr val="004CA0"/>
                </a:solidFill>
              </a:rPr>
              <a:t>日系専門店チェーンのベトナム店舗数（単位：店）</a:t>
            </a:r>
          </a:p>
        </p:txBody>
      </p:sp>
    </p:spTree>
    <p:extLst>
      <p:ext uri="{BB962C8B-B14F-4D97-AF65-F5344CB8AC3E}">
        <p14:creationId xmlns:p14="http://schemas.microsoft.com/office/powerpoint/2010/main" val="307113894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1FD8E-4E14-B4A0-0D7F-B03B138D5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E8620A4-FA7F-59AC-FCEA-2FFEBE3991A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15925" y="1023561"/>
            <a:ext cx="9072000" cy="480575"/>
          </a:xfrm>
          <a:noFill/>
          <a:ln>
            <a:noFill/>
          </a:ln>
        </p:spPr>
        <p:txBody>
          <a:bodyPr/>
          <a:lstStyle/>
          <a:p>
            <a:pPr algn="ctr"/>
            <a:r>
              <a:rPr kumimoji="1" lang="en-US" altLang="ja-JP" sz="2400" dirty="0">
                <a:solidFill>
                  <a:schemeClr val="tx1"/>
                </a:solidFill>
              </a:rPr>
              <a:t>韓国317店に対しベトナムは4店、今回の開業で5店に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8508271-44FC-B4C9-F477-589341E95AD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71F004-7570-DED6-1FDA-61337EB7E4D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67302" y="5272766"/>
            <a:ext cx="9072000" cy="288925"/>
          </a:xfrm>
        </p:spPr>
        <p:txBody>
          <a:bodyPr>
            <a:normAutofit/>
          </a:bodyPr>
          <a:lstStyle/>
          <a:p>
            <a:r>
              <a:rPr kumimoji="1" lang="ja-JP" altLang="en-US" sz="1200"/>
              <a:t>出所：エービーシー・マート「2027年2月期第1四半期決算」をもとにInfoBank作成</a:t>
            </a:r>
            <a:endParaRPr kumimoji="1" lang="ja-JP" altLang="en-US" sz="1200"/>
          </a:p>
        </p:txBody>
      </p:sp>
      <p:pic>
        <p:nvPicPr>
          <p:cNvPr id="10" name="図 9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81AA9DEA-11BE-EE6E-C7AA-00FB32C36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557" y="5102117"/>
            <a:ext cx="2345589" cy="503070"/>
          </a:xfrm>
          <a:prstGeom prst="rect">
            <a:avLst/>
          </a:prstGeom>
        </p:spPr>
      </p:pic>
      <p:graphicFrame>
        <p:nvGraphicFramePr>
          <p:cNvPr id="11" name="グラフ 10">
            <a:extLst>
              <a:ext uri="{FF2B5EF4-FFF2-40B4-BE49-F238E27FC236}">
                <a16:creationId xmlns:a16="http://schemas.microsoft.com/office/drawing/2014/main" id="{07720DAE-D0DE-ACF5-8D1D-8A3258F261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2873227"/>
              </p:ext>
            </p:extLst>
          </p:nvPr>
        </p:nvGraphicFramePr>
        <p:xfrm>
          <a:off x="1352600" y="1988841"/>
          <a:ext cx="8135324" cy="31992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16DF0B8-7A8C-62D0-55C2-1E442DEF00D6}"/>
              </a:ext>
            </a:extLst>
          </p:cNvPr>
          <p:cNvSpPr txBox="1"/>
          <p:nvPr/>
        </p:nvSpPr>
        <p:spPr>
          <a:xfrm>
            <a:off x="8481392" y="1669889"/>
            <a:ext cx="768406" cy="318924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kumimoji="1" lang="ja-JP" altLang="en-US" sz="1600"/>
              <a:t>単位：店</a:t>
            </a:r>
            <a:endParaRPr kumimoji="1" lang="ja-JP" altLang="en-US" sz="1600" dirty="0" err="1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23EBADF-E8EC-2F2B-37A1-3BFA3D5FB45A}"/>
              </a:ext>
            </a:extLst>
          </p:cNvPr>
          <p:cNvSpPr txBox="1"/>
          <p:nvPr/>
        </p:nvSpPr>
        <p:spPr>
          <a:xfrm>
            <a:off x="1954461" y="1608333"/>
            <a:ext cx="5437954" cy="380480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altLang="ja-JP" sz="2000" b="1" dirty="0">
                <a:solidFill>
                  <a:srgbClr val="004CA0"/>
                </a:solidFill>
              </a:rPr>
              <a:t>ABCマートの海外店舗数（2026年3月末時点）</a:t>
            </a:r>
            <a:endParaRPr kumimoji="1" lang="ja-JP" altLang="en-US" sz="2000" b="1">
              <a:solidFill>
                <a:srgbClr val="004C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126111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3045&quot;&gt;&lt;version val=&quot;25132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1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Y/%m/%d&lt;/m_strFormatTime&gt;&lt;m_yearfmt&gt;&lt;begin val=&quot;0&quot;/&gt;&lt;end val=&quot;0&quot;/&gt;&lt;/m_yearfmt&gt;&lt;/m_precDefaultDate&gt;&lt;m_precDefaultYear&gt;&lt;m_bNumberIsYear val=&quot;0&quot;/&gt;&lt;m_strFormatTime&gt;%Y&lt;/m_strFormatTime&gt;&lt;m_yearfmt&gt;&lt;begin val=&quot;0&quot;/&gt;&lt;end val=&quot;0&quot;/&gt;&lt;/m_yearfmt&gt;&lt;/m_precDefaultYear&gt;&lt;m_precDefaultQuarter&gt;&lt;m_bNumberIsYear val=&quot;0&quot;/&gt;&lt;m_strFormatTime&gt;Q%5&lt;/m_strFormatTime&gt;&lt;m_yearfmt&gt;&lt;begin val=&quot;0&quot;/&gt;&lt;end val=&quot;4&quot;/&gt;&lt;/m_yearfmt&gt;&lt;/m_precDefaultQuarter&gt;&lt;m_precDefaultMonth&gt;&lt;m_bNumberIsYear val=&quot;0&quot;/&gt;&lt;m_strFormatTime&gt;%1&lt;/m_strFormatTime&gt;&lt;m_yearfmt&gt;&lt;begin val=&quot;0&quot;/&gt;&lt;end val=&quot;4&quot;/&gt;&lt;/m_yearfmt&gt;&lt;/m_precDefaultMonth&gt;&lt;m_precDefaultWeek&gt;&lt;m_bNumberIsYear val=&quot;0&quot;/&gt;&lt;m_strFormatTime&gt;%m/%d&lt;/m_strFormatTime&gt;&lt;m_yearfmt&gt;&lt;begin val=&quot;0&quot;/&gt;&lt;end val=&quot;4&quot;/&gt;&lt;/m_yearfmt&gt;&lt;/m_precDefaultWeek&gt;&lt;m_precDefaultDay&gt;&lt;m_bNumberIsYear val=&quot;0&quot;/&gt;&lt;m_strFormatTime&gt;%#d&lt;/m_strFormatTime&gt;&lt;m_yearfmt&gt;&lt;begin val=&quot;0&quot;/&gt;&lt;end val=&quot;4&quot;/&gt;&lt;/m_yearfmt&gt;&lt;/m_precDefaultDay&gt;&lt;m_mruColor&gt;&lt;m_vecMRU length=&quot;0&quot;/&gt;&lt;/m_mruColor&gt;&lt;m_eweekdayFirstOfWeek val=&quot;2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通常のテンプレート">
  <a:themeElements>
    <a:clrScheme name="ユーザー定義 1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014BA2"/>
      </a:accent1>
      <a:accent2>
        <a:srgbClr val="15169B"/>
      </a:accent2>
      <a:accent3>
        <a:srgbClr val="2948E2"/>
      </a:accent3>
      <a:accent4>
        <a:srgbClr val="49B5C3"/>
      </a:accent4>
      <a:accent5>
        <a:srgbClr val="E92E55"/>
      </a:accent5>
      <a:accent6>
        <a:srgbClr val="C7A432"/>
      </a:accent6>
      <a:hlink>
        <a:srgbClr val="6B9F25"/>
      </a:hlink>
      <a:folHlink>
        <a:srgbClr val="BA6906"/>
      </a:folHlink>
    </a:clrScheme>
    <a:fontScheme name="Cambria-Calibri">
      <a:majorFont>
        <a:latin typeface="Cambria" panose="02040503050406030204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rgbClr val="BBBCBC"/>
        </a:solidFill>
        <a:ln w="12700" algn="ctr">
          <a:solidFill>
            <a:srgbClr val="BBBCBC"/>
          </a:solidFill>
          <a:miter lim="800000"/>
          <a:headEnd/>
          <a:tailEnd/>
        </a:ln>
      </a:spPr>
      <a:bodyPr wrap="square" lIns="88900" tIns="88900" rIns="88900" bIns="88900" rtlCol="0" anchor="ctr"/>
      <a:lstStyle>
        <a:defPPr algn="l">
          <a:buFont typeface="Wingdings 2" pitchFamily="18" charset="2"/>
          <a:buNone/>
          <a:defRPr kumimoji="1" sz="1200" dirty="0"/>
        </a:defPPr>
      </a:lstStyle>
    </a:spDef>
    <a:lnDef>
      <a:spPr>
        <a:ln w="1270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36000" tIns="36000" rIns="36000" bIns="36000" rtlCol="0" anchor="ctr">
        <a:spAutoFit/>
      </a:bodyPr>
      <a:lstStyle>
        <a:defPPr algn="l">
          <a:spcBef>
            <a:spcPts val="600"/>
          </a:spcBef>
          <a:buSzPct val="100000"/>
          <a:defRPr kumimoji="1" sz="1400" smtClean="0">
            <a:latin typeface="Meiryo UI" panose="020B0604030504040204" pitchFamily="34" charset="-128"/>
            <a:ea typeface="Meiryo UI" panose="020B0604030504040204" pitchFamily="34" charset="-128"/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プレゼンテーション1" id="{77567521-B7C2-492C-A5E8-18789E325333}" vid="{E8F4B11B-222F-4B9A-8816-5D5DE610F567}"/>
    </a:ext>
  </a:extLst>
</a:theme>
</file>

<file path=ppt/theme/theme2.xml><?xml version="1.0" encoding="utf-8"?>
<a:theme xmlns:a="http://schemas.openxmlformats.org/drawingml/2006/main" name="22_Office Theme">
  <a:themeElements>
    <a:clrScheme name="Custom 1032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03045E"/>
      </a:accent1>
      <a:accent2>
        <a:srgbClr val="023E8A"/>
      </a:accent2>
      <a:accent3>
        <a:srgbClr val="0077B6"/>
      </a:accent3>
      <a:accent4>
        <a:srgbClr val="0096C7"/>
      </a:accent4>
      <a:accent5>
        <a:srgbClr val="00B4D8"/>
      </a:accent5>
      <a:accent6>
        <a:srgbClr val="48CAE4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7_Office Theme">
  <a:themeElements>
    <a:clrScheme name="Custom 838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F595E"/>
      </a:accent1>
      <a:accent2>
        <a:srgbClr val="FFCA3A"/>
      </a:accent2>
      <a:accent3>
        <a:srgbClr val="8AC926"/>
      </a:accent3>
      <a:accent4>
        <a:srgbClr val="1982C4"/>
      </a:accent4>
      <a:accent5>
        <a:srgbClr val="6A4C93"/>
      </a:accent5>
      <a:accent6>
        <a:srgbClr val="A5A5A5"/>
      </a:accent6>
      <a:hlink>
        <a:srgbClr val="0000FF"/>
      </a:hlink>
      <a:folHlink>
        <a:srgbClr val="800080"/>
      </a:folHlink>
    </a:clrScheme>
    <a:fontScheme name="Custom 2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9_Office Theme">
  <a:themeElements>
    <a:clrScheme name="Bradley Curv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D43125"/>
      </a:accent1>
      <a:accent2>
        <a:srgbClr val="B8DA3B"/>
      </a:accent2>
      <a:accent3>
        <a:srgbClr val="39A3DF"/>
      </a:accent3>
      <a:accent4>
        <a:srgbClr val="71469A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10_Office Theme">
  <a:themeElements>
    <a:clrScheme name="Custom 10">
      <a:dk1>
        <a:srgbClr val="000000"/>
      </a:dk1>
      <a:lt1>
        <a:srgbClr val="FFFFFF"/>
      </a:lt1>
      <a:dk2>
        <a:srgbClr val="006699"/>
      </a:dk2>
      <a:lt2>
        <a:srgbClr val="999999"/>
      </a:lt2>
      <a:accent1>
        <a:srgbClr val="009966"/>
      </a:accent1>
      <a:accent2>
        <a:srgbClr val="339933"/>
      </a:accent2>
      <a:accent3>
        <a:srgbClr val="009933"/>
      </a:accent3>
      <a:accent4>
        <a:srgbClr val="006666"/>
      </a:accent4>
      <a:accent5>
        <a:srgbClr val="99CCCC"/>
      </a:accent5>
      <a:accent6>
        <a:srgbClr val="CCFFC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13_Office Theme">
  <a:themeElements>
    <a:clrScheme name="2019 Calenda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E35A35"/>
      </a:accent1>
      <a:accent2>
        <a:srgbClr val="ECB448"/>
      </a:accent2>
      <a:accent3>
        <a:srgbClr val="8BB74C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19_Office Theme">
  <a:themeElements>
    <a:clrScheme name="Custom 319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373ABF"/>
      </a:accent1>
      <a:accent2>
        <a:srgbClr val="0080B1"/>
      </a:accent2>
      <a:accent3>
        <a:srgbClr val="3ECEC0"/>
      </a:accent3>
      <a:accent4>
        <a:srgbClr val="4CC111"/>
      </a:accent4>
      <a:accent5>
        <a:srgbClr val="7F6657"/>
      </a:accent5>
      <a:accent6>
        <a:srgbClr val="4C4242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18_Office Theme">
  <a:themeElements>
    <a:clrScheme name="2019 Calendar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E35A35"/>
      </a:accent1>
      <a:accent2>
        <a:srgbClr val="ECB448"/>
      </a:accent2>
      <a:accent3>
        <a:srgbClr val="8BB74C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16_Office Theme">
  <a:themeElements>
    <a:clrScheme name="Custom 753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5B72A8"/>
      </a:accent1>
      <a:accent2>
        <a:srgbClr val="5584DC"/>
      </a:accent2>
      <a:accent3>
        <a:srgbClr val="5CA7E0"/>
      </a:accent3>
      <a:accent4>
        <a:srgbClr val="69D3E1"/>
      </a:accent4>
      <a:accent5>
        <a:srgbClr val="66D0A0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3_Office Theme">
  <a:themeElements>
    <a:clrScheme name="2019 Calendar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E35A35"/>
      </a:accent1>
      <a:accent2>
        <a:srgbClr val="ECB448"/>
      </a:accent2>
      <a:accent3>
        <a:srgbClr val="8BB74C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Custom 2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6126-01-tuckmans-team-development-model-powerpoint">
  <a:themeElements>
    <a:clrScheme name="slidemodel.com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779B7"/>
      </a:accent1>
      <a:accent2>
        <a:srgbClr val="019ADD"/>
      </a:accent2>
      <a:accent3>
        <a:srgbClr val="6BC2ED"/>
      </a:accent3>
      <a:accent4>
        <a:srgbClr val="A7CCDF"/>
      </a:accent4>
      <a:accent5>
        <a:srgbClr val="595959"/>
      </a:accent5>
      <a:accent6>
        <a:srgbClr val="3F3F3F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1_Office Theme">
  <a:themeElements>
    <a:clrScheme name="Blockchai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163FF"/>
      </a:accent1>
      <a:accent2>
        <a:srgbClr val="023BCA"/>
      </a:accent2>
      <a:accent3>
        <a:srgbClr val="CCCCCC"/>
      </a:accent3>
      <a:accent4>
        <a:srgbClr val="B4BE80"/>
      </a:accent4>
      <a:accent5>
        <a:srgbClr val="E7AE45"/>
      </a:accent5>
      <a:accent6>
        <a:srgbClr val="FF5050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2_Office Theme">
  <a:themeElements>
    <a:clrScheme name="Custom 509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535FF3"/>
      </a:accent1>
      <a:accent2>
        <a:srgbClr val="ECB448"/>
      </a:accent2>
      <a:accent3>
        <a:srgbClr val="8BB74C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4_Office Theme">
  <a:themeElements>
    <a:clrScheme name="Custom 519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FEB030"/>
      </a:accent1>
      <a:accent2>
        <a:srgbClr val="FD6467"/>
      </a:accent2>
      <a:accent3>
        <a:srgbClr val="011B81"/>
      </a:accent3>
      <a:accent4>
        <a:srgbClr val="47C46E"/>
      </a:accent4>
      <a:accent5>
        <a:srgbClr val="5420C0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7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プロポーザル用テンプレート</Template>
  <TotalTime>0</TotalTime>
  <Words>5459</Words>
  <Application>Microsoft Macintosh PowerPoint</Application>
  <PresentationFormat>A4 210 x 297 mm</PresentationFormat>
  <Paragraphs>1437</Paragraphs>
  <Slides>133</Slides>
  <Notes>82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12</vt:i4>
      </vt:variant>
      <vt:variant>
        <vt:lpstr>テーマ</vt:lpstr>
      </vt:variant>
      <vt:variant>
        <vt:i4>15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133</vt:i4>
      </vt:variant>
    </vt:vector>
  </HeadingPairs>
  <TitlesOfParts>
    <vt:vector size="161" baseType="lpstr">
      <vt:lpstr>Meiryo UI</vt:lpstr>
      <vt:lpstr>ＭＳ Ｐゴシック</vt:lpstr>
      <vt:lpstr>游ゴシック</vt:lpstr>
      <vt:lpstr>Arial</vt:lpstr>
      <vt:lpstr>Arial Black</vt:lpstr>
      <vt:lpstr>Calibri</vt:lpstr>
      <vt:lpstr>Cambria</vt:lpstr>
      <vt:lpstr>Open Sans</vt:lpstr>
      <vt:lpstr>Segoe UI</vt:lpstr>
      <vt:lpstr>Verdana</vt:lpstr>
      <vt:lpstr>Wingdings</vt:lpstr>
      <vt:lpstr>Wingdings 2</vt:lpstr>
      <vt:lpstr>通常のテンプレート</vt:lpstr>
      <vt:lpstr>22_Office Theme</vt:lpstr>
      <vt:lpstr>7_Office Theme</vt:lpstr>
      <vt:lpstr>9_Office Theme</vt:lpstr>
      <vt:lpstr>10_Office Theme</vt:lpstr>
      <vt:lpstr>13_Office Theme</vt:lpstr>
      <vt:lpstr>19_Office Theme</vt:lpstr>
      <vt:lpstr>18_Office Theme</vt:lpstr>
      <vt:lpstr>16_Office Theme</vt:lpstr>
      <vt:lpstr>3_Office Theme</vt:lpstr>
      <vt:lpstr>6126-01-tuckmans-team-development-model-powerpoint</vt:lpstr>
      <vt:lpstr>Office Theme</vt:lpstr>
      <vt:lpstr>1_Office Theme</vt:lpstr>
      <vt:lpstr>2_Office Theme</vt:lpstr>
      <vt:lpstr>4_Office Theme</vt:lpstr>
      <vt:lpstr>think-cell Slide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Office</vt:lpstr>
      <vt:lpstr>Financial services</vt:lpstr>
      <vt:lpstr>Manufacturing / Retail</vt:lpstr>
      <vt:lpstr>Life science / healthcare</vt:lpstr>
      <vt:lpstr>Real estate</vt:lpstr>
      <vt:lpstr>Public Sector</vt:lpstr>
      <vt:lpstr>Technology, media and telecommunications</vt:lpstr>
      <vt:lpstr>Technology, media and telecommunications</vt:lpstr>
      <vt:lpstr>Transportation / Journey</vt:lpstr>
      <vt:lpstr>Energy / Environment</vt:lpstr>
      <vt:lpstr>Education / Talent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シェブロン</vt:lpstr>
      <vt:lpstr>主旨 – 4行 x 1列 </vt:lpstr>
      <vt:lpstr>要点 – 5行 x 2列 </vt:lpstr>
      <vt:lpstr> レジュメ （2X）</vt:lpstr>
      <vt:lpstr>テキストブロック – 3パレット</vt:lpstr>
      <vt:lpstr>テキストブロック – 4パレット</vt:lpstr>
      <vt:lpstr>ロジックツリー – 2階層</vt:lpstr>
      <vt:lpstr>PowerPoint プレゼンテーション</vt:lpstr>
      <vt:lpstr>ロジックツリー – 縦型</vt:lpstr>
      <vt:lpstr>積み上げ縦棒グラフ – 3系列</vt:lpstr>
      <vt:lpstr>集合縦棒グラフ – 3系列</vt:lpstr>
      <vt:lpstr>100%積み上げ面グラフ </vt:lpstr>
      <vt:lpstr>ウォーターフォールチャート – 要素の間隔有り</vt:lpstr>
      <vt:lpstr>その他のグラフ – バブルチャート1</vt:lpstr>
      <vt:lpstr>円 – 循環（要素塗り分け）</vt:lpstr>
      <vt:lpstr>円 – 循環</vt:lpstr>
      <vt:lpstr>球体 – 各種サイズ </vt:lpstr>
      <vt:lpstr>三角形 – ピラミッド</vt:lpstr>
      <vt:lpstr>パズル – 正方形</vt:lpstr>
      <vt:lpstr>パズル – 長方形</vt:lpstr>
      <vt:lpstr>地図 – 世界地図1</vt:lpstr>
      <vt:lpstr>地図 – 世界地図2</vt:lpstr>
      <vt:lpstr>地図 – ヨーロッパ、中東、アフリカ</vt:lpstr>
      <vt:lpstr>地図 – ヨーロッパ、アジア、北アフリカ</vt:lpstr>
      <vt:lpstr>地図 – NIS（旧ソ連新独立国家）を含むヨーロッパ</vt:lpstr>
      <vt:lpstr>地図 – アジア・オセアニア1</vt:lpstr>
      <vt:lpstr>PowerPoint プレゼンテーション</vt:lpstr>
      <vt:lpstr>Editable Vietnam Map For PowerPoint</vt:lpstr>
      <vt:lpstr>Editable Vietnam Map For PowerPoint</vt:lpstr>
      <vt:lpstr>地図 – 日本2</vt:lpstr>
      <vt:lpstr>地図 – 日本3</vt:lpstr>
      <vt:lpstr>地図 – 日本4</vt:lpstr>
      <vt:lpstr>拡大／拡張2</vt:lpstr>
      <vt:lpstr>パラレル</vt:lpstr>
      <vt:lpstr>Year Long Timeline PowerPoint Template</vt:lpstr>
      <vt:lpstr>Advantages vs Disadvantages Slides</vt:lpstr>
      <vt:lpstr>Advantages vs Disadvantages Slides</vt:lpstr>
      <vt:lpstr>Target SMART Goals Slide Template</vt:lpstr>
      <vt:lpstr>Coast Avoidance Iceberg</vt:lpstr>
      <vt:lpstr>3 Level Glossy Funnel Diagram Design</vt:lpstr>
      <vt:lpstr>Levers PowerPoint Template</vt:lpstr>
      <vt:lpstr>3-YEAR Strategic Plan PowerPoint Template</vt:lpstr>
      <vt:lpstr>Iceberg Diagram Slide Template for PowerPoint</vt:lpstr>
      <vt:lpstr>4-Column Diagram Template for PowerPoint</vt:lpstr>
      <vt:lpstr>Strategic Initiative PowerPoint Template</vt:lpstr>
      <vt:lpstr>Pricing Options Professional PowerPoint Table Format</vt:lpstr>
      <vt:lpstr>3D Layered Diagram - 3 Layers</vt:lpstr>
      <vt:lpstr>Textboxes Arrows for PowerPoint</vt:lpstr>
      <vt:lpstr>Weight of Ideas Slide Template</vt:lpstr>
      <vt:lpstr>Mission and Vision PowerPoint Template</vt:lpstr>
      <vt:lpstr>Spherical 4 Stages PowerPoint Diagram</vt:lpstr>
      <vt:lpstr>Seed Germination Growth PowerPoint Template</vt:lpstr>
      <vt:lpstr>Rating Star Shapes for PowerPoint</vt:lpstr>
      <vt:lpstr>3 Level Semi Transparent Funnel Diagram for PowerPoint</vt:lpstr>
      <vt:lpstr>2 Levels - Segmented Pyramid</vt:lpstr>
      <vt:lpstr>3 Level Pyramid Diagram Concept for PowerPoint</vt:lpstr>
      <vt:lpstr>TAM SAM SOM PowerPoint Template</vt:lpstr>
      <vt:lpstr>3-Item Cards Infographic PowerPoint Template</vt:lpstr>
      <vt:lpstr>3D Coordinate Axis Cube PowerPoint Template</vt:lpstr>
      <vt:lpstr>Simple Affinity Diagram PowerPoint Template</vt:lpstr>
      <vt:lpstr>PowerPoint プレゼンテーション</vt:lpstr>
      <vt:lpstr>Office</vt:lpstr>
      <vt:lpstr>Financial services</vt:lpstr>
      <vt:lpstr>Manufacturing / Retail</vt:lpstr>
      <vt:lpstr>Life science / healthcare</vt:lpstr>
      <vt:lpstr>Real estate</vt:lpstr>
      <vt:lpstr>Public Sector</vt:lpstr>
      <vt:lpstr>Technology, media and telecommunications</vt:lpstr>
      <vt:lpstr>Technology, media and telecommunications</vt:lpstr>
      <vt:lpstr>Transportation / Journey</vt:lpstr>
      <vt:lpstr>Energy / Environment</vt:lpstr>
      <vt:lpstr>Education / Talent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/>
  <cp:keywords/>
  <dc:description/>
  <cp:lastModifiedBy/>
  <cp:revision>26</cp:revision>
  <dcterms:created xsi:type="dcterms:W3CDTF">2017-06-21T13:39:52Z</dcterms:created>
  <dcterms:modified xsi:type="dcterms:W3CDTF">2026-07-30T00:27:38Z</dcterms:modified>
  <cp:category/>
</cp:coreProperties>
</file>